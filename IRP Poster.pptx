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4"/>
  </p:sldMasterIdLst>
  <p:notesMasterIdLst>
    <p:notesMasterId r:id="rId7"/>
  </p:notesMasterIdLst>
  <p:handoutMasterIdLst>
    <p:handoutMasterId r:id="rId8"/>
  </p:handoutMasterIdLst>
  <p:sldIdLst>
    <p:sldId id="286" r:id="rId5"/>
    <p:sldId id="287" r:id="rId6"/>
  </p:sldIdLst>
  <p:sldSz cx="15119350" cy="10691813"/>
  <p:notesSz cx="6858000" cy="9144000"/>
  <p:defaultTextStyle>
    <a:defPPr>
      <a:defRPr lang="ru-RU"/>
    </a:defPPr>
    <a:lvl1pPr marL="0" algn="l" defTabSz="1238898" rtl="0" eaLnBrk="1" latinLnBrk="0" hangingPunct="1">
      <a:defRPr sz="2439" kern="1200">
        <a:solidFill>
          <a:schemeClr val="tx1"/>
        </a:solidFill>
        <a:latin typeface="+mn-lt"/>
        <a:ea typeface="+mn-ea"/>
        <a:cs typeface="+mn-cs"/>
      </a:defRPr>
    </a:lvl1pPr>
    <a:lvl2pPr marL="619449" algn="l" defTabSz="1238898" rtl="0" eaLnBrk="1" latinLnBrk="0" hangingPunct="1">
      <a:defRPr sz="2439" kern="1200">
        <a:solidFill>
          <a:schemeClr val="tx1"/>
        </a:solidFill>
        <a:latin typeface="+mn-lt"/>
        <a:ea typeface="+mn-ea"/>
        <a:cs typeface="+mn-cs"/>
      </a:defRPr>
    </a:lvl2pPr>
    <a:lvl3pPr marL="1238898" algn="l" defTabSz="1238898" rtl="0" eaLnBrk="1" latinLnBrk="0" hangingPunct="1">
      <a:defRPr sz="2439" kern="1200">
        <a:solidFill>
          <a:schemeClr val="tx1"/>
        </a:solidFill>
        <a:latin typeface="+mn-lt"/>
        <a:ea typeface="+mn-ea"/>
        <a:cs typeface="+mn-cs"/>
      </a:defRPr>
    </a:lvl3pPr>
    <a:lvl4pPr marL="1858347" algn="l" defTabSz="1238898" rtl="0" eaLnBrk="1" latinLnBrk="0" hangingPunct="1">
      <a:defRPr sz="2439" kern="1200">
        <a:solidFill>
          <a:schemeClr val="tx1"/>
        </a:solidFill>
        <a:latin typeface="+mn-lt"/>
        <a:ea typeface="+mn-ea"/>
        <a:cs typeface="+mn-cs"/>
      </a:defRPr>
    </a:lvl4pPr>
    <a:lvl5pPr marL="2477795" algn="l" defTabSz="1238898" rtl="0" eaLnBrk="1" latinLnBrk="0" hangingPunct="1">
      <a:defRPr sz="2439" kern="1200">
        <a:solidFill>
          <a:schemeClr val="tx1"/>
        </a:solidFill>
        <a:latin typeface="+mn-lt"/>
        <a:ea typeface="+mn-ea"/>
        <a:cs typeface="+mn-cs"/>
      </a:defRPr>
    </a:lvl5pPr>
    <a:lvl6pPr marL="3097244" algn="l" defTabSz="1238898" rtl="0" eaLnBrk="1" latinLnBrk="0" hangingPunct="1">
      <a:defRPr sz="2439" kern="1200">
        <a:solidFill>
          <a:schemeClr val="tx1"/>
        </a:solidFill>
        <a:latin typeface="+mn-lt"/>
        <a:ea typeface="+mn-ea"/>
        <a:cs typeface="+mn-cs"/>
      </a:defRPr>
    </a:lvl6pPr>
    <a:lvl7pPr marL="3716693" algn="l" defTabSz="1238898" rtl="0" eaLnBrk="1" latinLnBrk="0" hangingPunct="1">
      <a:defRPr sz="2439" kern="1200">
        <a:solidFill>
          <a:schemeClr val="tx1"/>
        </a:solidFill>
        <a:latin typeface="+mn-lt"/>
        <a:ea typeface="+mn-ea"/>
        <a:cs typeface="+mn-cs"/>
      </a:defRPr>
    </a:lvl7pPr>
    <a:lvl8pPr marL="4336142" algn="l" defTabSz="1238898" rtl="0" eaLnBrk="1" latinLnBrk="0" hangingPunct="1">
      <a:defRPr sz="2439" kern="1200">
        <a:solidFill>
          <a:schemeClr val="tx1"/>
        </a:solidFill>
        <a:latin typeface="+mn-lt"/>
        <a:ea typeface="+mn-ea"/>
        <a:cs typeface="+mn-cs"/>
      </a:defRPr>
    </a:lvl8pPr>
    <a:lvl9pPr marL="4955591" algn="l" defTabSz="1238898" rtl="0" eaLnBrk="1" latinLnBrk="0" hangingPunct="1">
      <a:defRPr sz="2439"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694" userDrawn="1">
          <p15:clr>
            <a:srgbClr val="A4A3A4"/>
          </p15:clr>
        </p15:guide>
        <p15:guide id="2" pos="4762"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11A"/>
    <a:srgbClr val="00044C"/>
    <a:srgbClr val="25C29C"/>
    <a:srgbClr val="4C1959"/>
    <a:srgbClr val="313650"/>
    <a:srgbClr val="303650"/>
    <a:srgbClr val="7F6CA1"/>
    <a:srgbClr val="B093C6"/>
    <a:srgbClr val="6DC4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7E9639D4-E3E2-4D34-9284-5A2195B3D0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286" autoAdjust="0"/>
  </p:normalViewPr>
  <p:slideViewPr>
    <p:cSldViewPr snapToGrid="0" showGuides="1">
      <p:cViewPr>
        <p:scale>
          <a:sx n="50" d="100"/>
          <a:sy n="50" d="100"/>
        </p:scale>
        <p:origin x="-228" y="-870"/>
      </p:cViewPr>
      <p:guideLst>
        <p:guide orient="horz" pos="2694"/>
        <p:guide pos="4762"/>
      </p:guideLst>
    </p:cSldViewPr>
  </p:slideViewPr>
  <p:outlineViewPr>
    <p:cViewPr>
      <p:scale>
        <a:sx n="33" d="100"/>
        <a:sy n="33" d="100"/>
      </p:scale>
      <p:origin x="0" y="-1618"/>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65" d="100"/>
          <a:sy n="65" d="100"/>
        </p:scale>
        <p:origin x="3082" y="3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3" Type="http://schemas.openxmlformats.org/officeDocument/2006/relationships/customXml" Target="../customXml/item3.xml"/><Relationship Id="rId7" Type="http://schemas.openxmlformats.org/officeDocument/2006/relationships/notesMaster" Target="notesMasters/notesMaster1.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C83A-4EB6-964E-D29AFAC04499}"/>
            </c:ext>
          </c:extLst>
        </c:ser>
        <c:ser>
          <c:idx val="1"/>
          <c:order val="1"/>
          <c:tx>
            <c:strRef>
              <c:f>Sheet1!$C$1</c:f>
              <c:strCache>
                <c:ptCount val="1"/>
                <c:pt idx="0">
                  <c:v>Series 2</c:v>
                </c:pt>
              </c:strCache>
            </c:strRef>
          </c:tx>
          <c:spPr>
            <a:solidFill>
              <a:schemeClr val="accent2"/>
            </a:solidFill>
            <a:ln>
              <a:noFill/>
            </a:ln>
            <a:effectLst/>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C83A-4EB6-964E-D29AFAC04499}"/>
            </c:ext>
          </c:extLst>
        </c:ser>
        <c:ser>
          <c:idx val="2"/>
          <c:order val="2"/>
          <c:tx>
            <c:strRef>
              <c:f>Sheet1!$D$1</c:f>
              <c:strCache>
                <c:ptCount val="1"/>
                <c:pt idx="0">
                  <c:v>Series 3</c:v>
                </c:pt>
              </c:strCache>
            </c:strRef>
          </c:tx>
          <c:spPr>
            <a:solidFill>
              <a:schemeClr val="accent3"/>
            </a:solidFill>
            <a:ln>
              <a:noFill/>
            </a:ln>
            <a:effectLst/>
          </c:spPr>
          <c:invertIfNegative val="0"/>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C83A-4EB6-964E-D29AFAC04499}"/>
            </c:ext>
          </c:extLst>
        </c:ser>
        <c:dLbls>
          <c:showLegendKey val="0"/>
          <c:showVal val="0"/>
          <c:showCatName val="0"/>
          <c:showSerName val="0"/>
          <c:showPercent val="0"/>
          <c:showBubbleSize val="0"/>
        </c:dLbls>
        <c:gapWidth val="219"/>
        <c:overlap val="-27"/>
        <c:axId val="1278353743"/>
        <c:axId val="1278367183"/>
      </c:barChart>
      <c:catAx>
        <c:axId val="127835374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ln>
                  <a:noFill/>
                </a:ln>
                <a:solidFill>
                  <a:schemeClr val="tx1">
                    <a:lumMod val="65000"/>
                    <a:lumOff val="35000"/>
                  </a:schemeClr>
                </a:solidFill>
                <a:latin typeface="+mn-lt"/>
                <a:ea typeface="+mn-ea"/>
                <a:cs typeface="+mn-cs"/>
              </a:defRPr>
            </a:pPr>
            <a:endParaRPr lang="en-US"/>
          </a:p>
        </c:txPr>
        <c:crossAx val="1278367183"/>
        <c:crosses val="autoZero"/>
        <c:auto val="1"/>
        <c:lblAlgn val="ctr"/>
        <c:lblOffset val="100"/>
        <c:noMultiLvlLbl val="0"/>
      </c:catAx>
      <c:valAx>
        <c:axId val="127836718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278353743"/>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D50B603-F8EF-4339-A4FB-A12D8182BA2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C2C8726F-3158-41C0-BB9F-B885853A805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C851B3E-1325-48C3-8E2C-998D0099FC98}" type="datetimeFigureOut">
              <a:rPr lang="en-US" smtClean="0"/>
              <a:t>6/1/2026</a:t>
            </a:fld>
            <a:endParaRPr lang="en-US" dirty="0"/>
          </a:p>
        </p:txBody>
      </p:sp>
      <p:sp>
        <p:nvSpPr>
          <p:cNvPr id="4" name="Footer Placeholder 3">
            <a:extLst>
              <a:ext uri="{FF2B5EF4-FFF2-40B4-BE49-F238E27FC236}">
                <a16:creationId xmlns:a16="http://schemas.microsoft.com/office/drawing/2014/main" id="{3A9B6BB1-3FBD-4D36-9DC6-192A8F01376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87B54D2-81AD-4487-9D5C-A3F7EB64486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C88DE-0065-430D-A4D0-A9AF40AB53EB}" type="slidenum">
              <a:rPr lang="en-US" smtClean="0"/>
              <a:t>‹#›</a:t>
            </a:fld>
            <a:endParaRPr lang="en-US" dirty="0"/>
          </a:p>
        </p:txBody>
      </p:sp>
    </p:spTree>
    <p:extLst>
      <p:ext uri="{BB962C8B-B14F-4D97-AF65-F5344CB8AC3E}">
        <p14:creationId xmlns:p14="http://schemas.microsoft.com/office/powerpoint/2010/main" val="259200664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4D39CC4-BC6F-4E80-BC0D-03833D02DC81}" type="datetimeFigureOut">
              <a:rPr lang="en-US" noProof="0" smtClean="0"/>
              <a:t>6/1/2026</a:t>
            </a:fld>
            <a:endParaRPr lang="en-US" noProof="0" dirty="0"/>
          </a:p>
        </p:txBody>
      </p:sp>
      <p:sp>
        <p:nvSpPr>
          <p:cNvPr id="4" name="Slide Image Placeholder 3"/>
          <p:cNvSpPr>
            <a:spLocks noGrp="1" noRot="1" noChangeAspect="1"/>
          </p:cNvSpPr>
          <p:nvPr>
            <p:ph type="sldImg" idx="2"/>
          </p:nvPr>
        </p:nvSpPr>
        <p:spPr>
          <a:xfrm>
            <a:off x="1246188" y="1143000"/>
            <a:ext cx="4365625"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4652E4-5120-44D6-918A-894636DEFCBD}" type="slidenum">
              <a:rPr lang="en-US" noProof="0" smtClean="0"/>
              <a:t>‹#›</a:t>
            </a:fld>
            <a:endParaRPr lang="en-US" noProof="0" dirty="0"/>
          </a:p>
        </p:txBody>
      </p:sp>
    </p:spTree>
    <p:extLst>
      <p:ext uri="{BB962C8B-B14F-4D97-AF65-F5344CB8AC3E}">
        <p14:creationId xmlns:p14="http://schemas.microsoft.com/office/powerpoint/2010/main" val="3473467478"/>
      </p:ext>
    </p:extLst>
  </p:cSld>
  <p:clrMap bg1="lt1" tx1="dk1" bg2="lt2" tx2="dk2" accent1="accent1" accent2="accent2" accent3="accent3" accent4="accent4" accent5="accent5" accent6="accent6" hlink="hlink" folHlink="folHlink"/>
  <p:notesStyle>
    <a:lvl1pPr marL="0" algn="l" defTabSz="1238898" rtl="0" eaLnBrk="1" latinLnBrk="0" hangingPunct="1">
      <a:defRPr sz="1626" kern="1200">
        <a:solidFill>
          <a:schemeClr val="tx1"/>
        </a:solidFill>
        <a:latin typeface="+mn-lt"/>
        <a:ea typeface="+mn-ea"/>
        <a:cs typeface="+mn-cs"/>
      </a:defRPr>
    </a:lvl1pPr>
    <a:lvl2pPr marL="619449" algn="l" defTabSz="1238898" rtl="0" eaLnBrk="1" latinLnBrk="0" hangingPunct="1">
      <a:defRPr sz="1626" kern="1200">
        <a:solidFill>
          <a:schemeClr val="tx1"/>
        </a:solidFill>
        <a:latin typeface="+mn-lt"/>
        <a:ea typeface="+mn-ea"/>
        <a:cs typeface="+mn-cs"/>
      </a:defRPr>
    </a:lvl2pPr>
    <a:lvl3pPr marL="1238898" algn="l" defTabSz="1238898" rtl="0" eaLnBrk="1" latinLnBrk="0" hangingPunct="1">
      <a:defRPr sz="1626" kern="1200">
        <a:solidFill>
          <a:schemeClr val="tx1"/>
        </a:solidFill>
        <a:latin typeface="+mn-lt"/>
        <a:ea typeface="+mn-ea"/>
        <a:cs typeface="+mn-cs"/>
      </a:defRPr>
    </a:lvl3pPr>
    <a:lvl4pPr marL="1858347" algn="l" defTabSz="1238898" rtl="0" eaLnBrk="1" latinLnBrk="0" hangingPunct="1">
      <a:defRPr sz="1626" kern="1200">
        <a:solidFill>
          <a:schemeClr val="tx1"/>
        </a:solidFill>
        <a:latin typeface="+mn-lt"/>
        <a:ea typeface="+mn-ea"/>
        <a:cs typeface="+mn-cs"/>
      </a:defRPr>
    </a:lvl4pPr>
    <a:lvl5pPr marL="2477795" algn="l" defTabSz="1238898" rtl="0" eaLnBrk="1" latinLnBrk="0" hangingPunct="1">
      <a:defRPr sz="1626" kern="1200">
        <a:solidFill>
          <a:schemeClr val="tx1"/>
        </a:solidFill>
        <a:latin typeface="+mn-lt"/>
        <a:ea typeface="+mn-ea"/>
        <a:cs typeface="+mn-cs"/>
      </a:defRPr>
    </a:lvl5pPr>
    <a:lvl6pPr marL="3097244" algn="l" defTabSz="1238898" rtl="0" eaLnBrk="1" latinLnBrk="0" hangingPunct="1">
      <a:defRPr sz="1626" kern="1200">
        <a:solidFill>
          <a:schemeClr val="tx1"/>
        </a:solidFill>
        <a:latin typeface="+mn-lt"/>
        <a:ea typeface="+mn-ea"/>
        <a:cs typeface="+mn-cs"/>
      </a:defRPr>
    </a:lvl6pPr>
    <a:lvl7pPr marL="3716693" algn="l" defTabSz="1238898" rtl="0" eaLnBrk="1" latinLnBrk="0" hangingPunct="1">
      <a:defRPr sz="1626" kern="1200">
        <a:solidFill>
          <a:schemeClr val="tx1"/>
        </a:solidFill>
        <a:latin typeface="+mn-lt"/>
        <a:ea typeface="+mn-ea"/>
        <a:cs typeface="+mn-cs"/>
      </a:defRPr>
    </a:lvl7pPr>
    <a:lvl8pPr marL="4336142" algn="l" defTabSz="1238898" rtl="0" eaLnBrk="1" latinLnBrk="0" hangingPunct="1">
      <a:defRPr sz="1626" kern="1200">
        <a:solidFill>
          <a:schemeClr val="tx1"/>
        </a:solidFill>
        <a:latin typeface="+mn-lt"/>
        <a:ea typeface="+mn-ea"/>
        <a:cs typeface="+mn-cs"/>
      </a:defRPr>
    </a:lvl8pPr>
    <a:lvl9pPr marL="4955591" algn="l" defTabSz="1238898" rtl="0" eaLnBrk="1" latinLnBrk="0" hangingPunct="1">
      <a:defRPr sz="162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246188" y="1143000"/>
            <a:ext cx="4365625"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44652E4-5120-44D6-918A-894636DEFCBD}" type="slidenum">
              <a:rPr lang="en-US" noProof="0" smtClean="0"/>
              <a:t>1</a:t>
            </a:fld>
            <a:endParaRPr lang="en-US" noProof="0" dirty="0"/>
          </a:p>
        </p:txBody>
      </p:sp>
    </p:spTree>
    <p:extLst>
      <p:ext uri="{BB962C8B-B14F-4D97-AF65-F5344CB8AC3E}">
        <p14:creationId xmlns:p14="http://schemas.microsoft.com/office/powerpoint/2010/main" val="1072469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meline Dark">
    <p:bg>
      <p:bgPr>
        <a:solidFill>
          <a:schemeClr val="tx2">
            <a:lumMod val="75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39F7D1-31ED-4588-7F6B-7214367FBA9F}"/>
              </a:ext>
            </a:extLst>
          </p:cNvPr>
          <p:cNvSpPr>
            <a:spLocks noGrp="1"/>
          </p:cNvSpPr>
          <p:nvPr>
            <p:ph type="title" hasCustomPrompt="1"/>
          </p:nvPr>
        </p:nvSpPr>
        <p:spPr>
          <a:xfrm>
            <a:off x="767307" y="326893"/>
            <a:ext cx="11241237" cy="1711680"/>
          </a:xfrm>
        </p:spPr>
        <p:txBody>
          <a:bodyPr anchor="b">
            <a:normAutofit/>
          </a:bodyPr>
          <a:lstStyle>
            <a:lvl1pPr>
              <a:defRPr sz="4050">
                <a:solidFill>
                  <a:schemeClr val="bg1"/>
                </a:solidFill>
                <a:latin typeface="+mn-lt"/>
              </a:defRPr>
            </a:lvl1pPr>
          </a:lstStyle>
          <a:p>
            <a:r>
              <a:rPr lang="en-US" dirty="0"/>
              <a:t>Click to add title</a:t>
            </a:r>
          </a:p>
        </p:txBody>
      </p:sp>
      <p:sp>
        <p:nvSpPr>
          <p:cNvPr id="12" name="Text Placeholder 11">
            <a:extLst>
              <a:ext uri="{FF2B5EF4-FFF2-40B4-BE49-F238E27FC236}">
                <a16:creationId xmlns:a16="http://schemas.microsoft.com/office/drawing/2014/main" id="{413A1C6A-339B-343A-B0AD-F761FE910519}"/>
              </a:ext>
            </a:extLst>
          </p:cNvPr>
          <p:cNvSpPr>
            <a:spLocks noGrp="1"/>
          </p:cNvSpPr>
          <p:nvPr>
            <p:ph type="body" sz="quarter" idx="13" hasCustomPrompt="1"/>
          </p:nvPr>
        </p:nvSpPr>
        <p:spPr>
          <a:xfrm>
            <a:off x="767309" y="2096390"/>
            <a:ext cx="11241237" cy="796936"/>
          </a:xfrm>
        </p:spPr>
        <p:txBody>
          <a:bodyPr lIns="164592" tIns="0">
            <a:noAutofit/>
          </a:bodyPr>
          <a:lstStyle>
            <a:lvl1pPr marL="0" indent="0">
              <a:buNone/>
              <a:defRPr sz="1350">
                <a:solidFill>
                  <a:schemeClr val="bg1"/>
                </a:solidFill>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Click to add text</a:t>
            </a:r>
          </a:p>
        </p:txBody>
      </p:sp>
      <p:sp>
        <p:nvSpPr>
          <p:cNvPr id="50" name="Oval 49">
            <a:extLst>
              <a:ext uri="{FF2B5EF4-FFF2-40B4-BE49-F238E27FC236}">
                <a16:creationId xmlns:a16="http://schemas.microsoft.com/office/drawing/2014/main" id="{535829F9-B704-5645-ABE3-F98170E89B44}"/>
              </a:ext>
              <a:ext uri="{C183D7F6-B498-43B3-948B-1728B52AA6E4}">
                <adec:decorative xmlns:adec="http://schemas.microsoft.com/office/drawing/2017/decorative" val="1"/>
              </a:ext>
            </a:extLst>
          </p:cNvPr>
          <p:cNvSpPr/>
          <p:nvPr userDrawn="1"/>
        </p:nvSpPr>
        <p:spPr>
          <a:xfrm>
            <a:off x="12892553" y="912553"/>
            <a:ext cx="1247346" cy="1568133"/>
          </a:xfrm>
          <a:prstGeom prst="ellipse">
            <a:avLst/>
          </a:prstGeom>
          <a:noFill/>
          <a:ln w="1905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p>
        </p:txBody>
      </p:sp>
      <p:sp>
        <p:nvSpPr>
          <p:cNvPr id="14" name="Picture Placeholder 13">
            <a:extLst>
              <a:ext uri="{FF2B5EF4-FFF2-40B4-BE49-F238E27FC236}">
                <a16:creationId xmlns:a16="http://schemas.microsoft.com/office/drawing/2014/main" id="{5807DD9B-8716-9B22-9F91-88E6071F91D3}"/>
              </a:ext>
            </a:extLst>
          </p:cNvPr>
          <p:cNvSpPr>
            <a:spLocks noGrp="1" noChangeAspect="1"/>
          </p:cNvSpPr>
          <p:nvPr>
            <p:ph type="pic" sz="quarter" idx="14"/>
          </p:nvPr>
        </p:nvSpPr>
        <p:spPr>
          <a:xfrm>
            <a:off x="13005948" y="1012343"/>
            <a:ext cx="1020556" cy="1283018"/>
          </a:xfrm>
          <a:prstGeom prst="ellipse">
            <a:avLst/>
          </a:prstGeom>
          <a:ln w="22225">
            <a:noFill/>
          </a:ln>
        </p:spPr>
        <p:txBody>
          <a:bodyPr lIns="0" tIns="0" rIns="0" bIns="0">
            <a:normAutofit/>
          </a:bodyPr>
          <a:lstStyle>
            <a:lvl1pPr marL="0" indent="0" algn="ctr">
              <a:buNone/>
              <a:defRPr sz="750">
                <a:solidFill>
                  <a:schemeClr val="bg1"/>
                </a:solidFill>
              </a:defRPr>
            </a:lvl1pPr>
          </a:lstStyle>
          <a:p>
            <a:r>
              <a:rPr lang="en-US"/>
              <a:t>Click icon to add picture</a:t>
            </a:r>
            <a:endParaRPr lang="en-US" dirty="0"/>
          </a:p>
        </p:txBody>
      </p:sp>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835344" y="3986117"/>
            <a:ext cx="2475794" cy="594287"/>
          </a:xfrm>
        </p:spPr>
        <p:txBody>
          <a:bodyPr lIns="91440" tIns="0">
            <a:noAutofit/>
          </a:bodyPr>
          <a:lstStyle>
            <a:lvl1pPr marL="0" indent="0">
              <a:buNone/>
              <a:defRPr sz="1650" b="1" cap="all" spc="75" baseline="0">
                <a:solidFill>
                  <a:schemeClr val="bg1"/>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4300" y="4748918"/>
            <a:ext cx="2267696" cy="151074"/>
          </a:xfrm>
          <a:prstGeom prst="rect">
            <a:avLst/>
          </a:prstGeom>
          <a:gradFill>
            <a:gsLst>
              <a:gs pos="0">
                <a:schemeClr val="accent1">
                  <a:lumMod val="60000"/>
                  <a:lumOff val="40000"/>
                </a:schemeClr>
              </a:gs>
              <a:gs pos="100000">
                <a:schemeClr val="accent3">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835344" y="5286683"/>
            <a:ext cx="2475794" cy="1213940"/>
          </a:xfrm>
        </p:spPr>
        <p:txBody>
          <a:bodyPr lIns="91440" tIns="0">
            <a:noAutofit/>
          </a:bodyPr>
          <a:lstStyle>
            <a:lvl1pPr marL="0" indent="0">
              <a:buNone/>
              <a:defRPr sz="900" cap="none" baseline="0">
                <a:solidFill>
                  <a:schemeClr val="bg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Click to add text</a:t>
            </a:r>
          </a:p>
        </p:txBody>
      </p:sp>
      <p:sp>
        <p:nvSpPr>
          <p:cNvPr id="25" name="Text Placeholder 11">
            <a:extLst>
              <a:ext uri="{FF2B5EF4-FFF2-40B4-BE49-F238E27FC236}">
                <a16:creationId xmlns:a16="http://schemas.microsoft.com/office/drawing/2014/main" id="{70FD3BFF-C0B9-AA50-A3D6-B4A48EEF7513}"/>
              </a:ext>
            </a:extLst>
          </p:cNvPr>
          <p:cNvSpPr>
            <a:spLocks noGrp="1"/>
          </p:cNvSpPr>
          <p:nvPr>
            <p:ph type="body" sz="quarter" idx="25" hasCustomPrompt="1"/>
          </p:nvPr>
        </p:nvSpPr>
        <p:spPr>
          <a:xfrm>
            <a:off x="831564" y="7024571"/>
            <a:ext cx="1107492" cy="523008"/>
          </a:xfrm>
        </p:spPr>
        <p:txBody>
          <a:bodyPr lIns="91440" tIns="0">
            <a:noAutofit/>
          </a:bodyPr>
          <a:lstStyle>
            <a:lvl1pPr marL="0" indent="0">
              <a:buNone/>
              <a:defRPr sz="1500" cap="all" baseline="0">
                <a:solidFill>
                  <a:schemeClr val="accent1">
                    <a:lumMod val="40000"/>
                    <a:lumOff val="60000"/>
                  </a:schemeClr>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xxxx</a:t>
            </a:r>
          </a:p>
        </p:txBody>
      </p:sp>
      <p:sp>
        <p:nvSpPr>
          <p:cNvPr id="51" name="Oval 50">
            <a:extLst>
              <a:ext uri="{FF2B5EF4-FFF2-40B4-BE49-F238E27FC236}">
                <a16:creationId xmlns:a16="http://schemas.microsoft.com/office/drawing/2014/main" id="{EBEE5563-8FF1-7479-E11E-F0144D7533D8}"/>
              </a:ext>
              <a:ext uri="{C183D7F6-B498-43B3-948B-1728B52AA6E4}">
                <adec:decorative xmlns:adec="http://schemas.microsoft.com/office/drawing/2017/decorative" val="1"/>
              </a:ext>
            </a:extLst>
          </p:cNvPr>
          <p:cNvSpPr/>
          <p:nvPr userDrawn="1"/>
        </p:nvSpPr>
        <p:spPr>
          <a:xfrm>
            <a:off x="2086471" y="6858403"/>
            <a:ext cx="850463" cy="1069181"/>
          </a:xfrm>
          <a:prstGeom prst="ellipse">
            <a:avLst/>
          </a:prstGeom>
          <a:noFill/>
          <a:ln w="127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p>
        </p:txBody>
      </p:sp>
      <p:sp>
        <p:nvSpPr>
          <p:cNvPr id="35" name="Picture Placeholder 13">
            <a:extLst>
              <a:ext uri="{FF2B5EF4-FFF2-40B4-BE49-F238E27FC236}">
                <a16:creationId xmlns:a16="http://schemas.microsoft.com/office/drawing/2014/main" id="{A69C1816-EC8E-961C-AC21-6D86E9C455A1}"/>
              </a:ext>
            </a:extLst>
          </p:cNvPr>
          <p:cNvSpPr>
            <a:spLocks noGrp="1" noChangeAspect="1"/>
          </p:cNvSpPr>
          <p:nvPr>
            <p:ph type="pic" sz="quarter" idx="35"/>
          </p:nvPr>
        </p:nvSpPr>
        <p:spPr>
          <a:xfrm>
            <a:off x="2228214" y="7036599"/>
            <a:ext cx="566976" cy="712788"/>
          </a:xfrm>
          <a:prstGeom prst="ellipse">
            <a:avLst/>
          </a:prstGeom>
          <a:ln w="19050">
            <a:noFill/>
          </a:ln>
        </p:spPr>
        <p:txBody>
          <a:bodyPr lIns="0" tIns="0" rIns="0" bIns="0">
            <a:normAutofit/>
          </a:bodyPr>
          <a:lstStyle>
            <a:lvl1pPr marL="0" indent="0" algn="ctr">
              <a:buNone/>
              <a:defRPr sz="450">
                <a:solidFill>
                  <a:schemeClr val="bg1"/>
                </a:solidFill>
              </a:defRPr>
            </a:lvl1pPr>
          </a:lstStyle>
          <a:p>
            <a:r>
              <a:rPr lang="en-US"/>
              <a:t>Click icon to add picture</a:t>
            </a:r>
            <a:endParaRPr lang="en-US" dirty="0"/>
          </a:p>
        </p:txBody>
      </p:sp>
      <p:sp>
        <p:nvSpPr>
          <p:cNvPr id="26" name="Text Placeholder 11">
            <a:extLst>
              <a:ext uri="{FF2B5EF4-FFF2-40B4-BE49-F238E27FC236}">
                <a16:creationId xmlns:a16="http://schemas.microsoft.com/office/drawing/2014/main" id="{9F9A0E21-E67B-7E2F-ED16-4BABF0781083}"/>
              </a:ext>
            </a:extLst>
          </p:cNvPr>
          <p:cNvSpPr>
            <a:spLocks noGrp="1"/>
          </p:cNvSpPr>
          <p:nvPr>
            <p:ph type="body" sz="quarter" idx="26" hasCustomPrompt="1"/>
          </p:nvPr>
        </p:nvSpPr>
        <p:spPr>
          <a:xfrm>
            <a:off x="831564" y="7631062"/>
            <a:ext cx="1107492" cy="523008"/>
          </a:xfrm>
        </p:spPr>
        <p:txBody>
          <a:bodyPr lIns="91440" tIns="0">
            <a:noAutofit/>
          </a:bodyPr>
          <a:lstStyle>
            <a:lvl1pPr marL="0" indent="0">
              <a:buNone/>
              <a:defRPr sz="1050" cap="none" baseline="0">
                <a:solidFill>
                  <a:schemeClr val="bg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934301" y="8384248"/>
            <a:ext cx="2265773" cy="0"/>
          </a:xfrm>
          <a:prstGeom prst="straightConnector1">
            <a:avLst/>
          </a:prstGeom>
          <a:ln w="19050" cap="flat" cmpd="sng" algn="ctr">
            <a:gradFill>
              <a:gsLst>
                <a:gs pos="0">
                  <a:schemeClr val="accent1">
                    <a:lumMod val="75000"/>
                  </a:schemeClr>
                </a:gs>
                <a:gs pos="100000">
                  <a:schemeClr val="accent3">
                    <a:lumMod val="75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549267" y="3986117"/>
            <a:ext cx="2475794" cy="594287"/>
          </a:xfrm>
        </p:spPr>
        <p:txBody>
          <a:bodyPr lIns="91440" tIns="0">
            <a:noAutofit/>
          </a:bodyPr>
          <a:lstStyle>
            <a:lvl1pPr marL="0" indent="0">
              <a:buNone/>
              <a:defRPr sz="1650" b="1" cap="all" spc="75" baseline="0">
                <a:solidFill>
                  <a:schemeClr val="bg1"/>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Subtitle</a:t>
            </a:r>
          </a:p>
        </p:txBody>
      </p:sp>
      <p:sp>
        <p:nvSpPr>
          <p:cNvPr id="41" name="Rectangle 40">
            <a:extLst>
              <a:ext uri="{FF2B5EF4-FFF2-40B4-BE49-F238E27FC236}">
                <a16:creationId xmlns:a16="http://schemas.microsoft.com/office/drawing/2014/main" id="{481FC81D-B431-FFA6-47F5-F40C79C53D0A}"/>
              </a:ext>
              <a:ext uri="{C183D7F6-B498-43B3-948B-1728B52AA6E4}">
                <adec:decorative xmlns:adec="http://schemas.microsoft.com/office/drawing/2017/decorative" val="1"/>
              </a:ext>
            </a:extLst>
          </p:cNvPr>
          <p:cNvSpPr/>
          <p:nvPr userDrawn="1"/>
        </p:nvSpPr>
        <p:spPr>
          <a:xfrm>
            <a:off x="3653685" y="4748918"/>
            <a:ext cx="2267696" cy="151074"/>
          </a:xfrm>
          <a:prstGeom prst="rect">
            <a:avLst/>
          </a:prstGeom>
          <a:gradFill>
            <a:gsLst>
              <a:gs pos="0">
                <a:schemeClr val="accent3">
                  <a:lumMod val="60000"/>
                  <a:lumOff val="40000"/>
                </a:schemeClr>
              </a:gs>
              <a:gs pos="100000">
                <a:schemeClr val="accent2">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solidFill>
                <a:schemeClr val="bg1">
                  <a:lumMod val="95000"/>
                </a:schemeClr>
              </a:solidFill>
            </a:endParaRP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549267" y="5286683"/>
            <a:ext cx="2475794" cy="1213940"/>
          </a:xfrm>
        </p:spPr>
        <p:txBody>
          <a:bodyPr lIns="91440" tIns="0">
            <a:noAutofit/>
          </a:bodyPr>
          <a:lstStyle>
            <a:lvl1pPr marL="0" indent="0">
              <a:buNone/>
              <a:defRPr sz="900" cap="none" baseline="0">
                <a:solidFill>
                  <a:schemeClr val="bg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Click to add text</a:t>
            </a:r>
          </a:p>
        </p:txBody>
      </p:sp>
      <p:sp>
        <p:nvSpPr>
          <p:cNvPr id="27" name="Text Placeholder 11">
            <a:extLst>
              <a:ext uri="{FF2B5EF4-FFF2-40B4-BE49-F238E27FC236}">
                <a16:creationId xmlns:a16="http://schemas.microsoft.com/office/drawing/2014/main" id="{3B992882-DF57-9DAF-2532-06C30C2D9F16}"/>
              </a:ext>
            </a:extLst>
          </p:cNvPr>
          <p:cNvSpPr>
            <a:spLocks noGrp="1"/>
          </p:cNvSpPr>
          <p:nvPr>
            <p:ph type="body" sz="quarter" idx="27" hasCustomPrompt="1"/>
          </p:nvPr>
        </p:nvSpPr>
        <p:spPr>
          <a:xfrm>
            <a:off x="3549268" y="7024571"/>
            <a:ext cx="1107492" cy="523008"/>
          </a:xfrm>
        </p:spPr>
        <p:txBody>
          <a:bodyPr lIns="91440" tIns="0">
            <a:noAutofit/>
          </a:bodyPr>
          <a:lstStyle>
            <a:lvl1pPr marL="0" indent="0">
              <a:buNone/>
              <a:defRPr sz="1500" cap="all" baseline="0">
                <a:solidFill>
                  <a:schemeClr val="accent3">
                    <a:lumMod val="40000"/>
                    <a:lumOff val="60000"/>
                  </a:schemeClr>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xxxx</a:t>
            </a:r>
          </a:p>
        </p:txBody>
      </p:sp>
      <p:sp>
        <p:nvSpPr>
          <p:cNvPr id="52" name="Oval 51">
            <a:extLst>
              <a:ext uri="{FF2B5EF4-FFF2-40B4-BE49-F238E27FC236}">
                <a16:creationId xmlns:a16="http://schemas.microsoft.com/office/drawing/2014/main" id="{2E63250C-AB2E-9D56-C26C-1E211DFAD534}"/>
              </a:ext>
              <a:ext uri="{C183D7F6-B498-43B3-948B-1728B52AA6E4}">
                <adec:decorative xmlns:adec="http://schemas.microsoft.com/office/drawing/2017/decorative" val="1"/>
              </a:ext>
            </a:extLst>
          </p:cNvPr>
          <p:cNvSpPr/>
          <p:nvPr userDrawn="1"/>
        </p:nvSpPr>
        <p:spPr>
          <a:xfrm>
            <a:off x="4821183" y="6858403"/>
            <a:ext cx="850463" cy="1069181"/>
          </a:xfrm>
          <a:prstGeom prst="ellipse">
            <a:avLst/>
          </a:prstGeom>
          <a:no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p>
        </p:txBody>
      </p:sp>
      <p:sp>
        <p:nvSpPr>
          <p:cNvPr id="53" name="Picture Placeholder 13">
            <a:extLst>
              <a:ext uri="{FF2B5EF4-FFF2-40B4-BE49-F238E27FC236}">
                <a16:creationId xmlns:a16="http://schemas.microsoft.com/office/drawing/2014/main" id="{50C6734A-2661-863D-C8B6-6A4DBC588FE4}"/>
              </a:ext>
            </a:extLst>
          </p:cNvPr>
          <p:cNvSpPr>
            <a:spLocks noGrp="1" noChangeAspect="1"/>
          </p:cNvSpPr>
          <p:nvPr>
            <p:ph type="pic" sz="quarter" idx="36"/>
          </p:nvPr>
        </p:nvSpPr>
        <p:spPr>
          <a:xfrm>
            <a:off x="4962926" y="7036599"/>
            <a:ext cx="566976" cy="712788"/>
          </a:xfrm>
          <a:prstGeom prst="ellipse">
            <a:avLst/>
          </a:prstGeom>
          <a:ln w="19050">
            <a:noFill/>
          </a:ln>
        </p:spPr>
        <p:txBody>
          <a:bodyPr lIns="0" tIns="0" rIns="0" bIns="0">
            <a:normAutofit/>
          </a:bodyPr>
          <a:lstStyle>
            <a:lvl1pPr marL="0" indent="0" algn="ctr">
              <a:buNone/>
              <a:defRPr sz="450">
                <a:solidFill>
                  <a:schemeClr val="bg1"/>
                </a:solidFill>
              </a:defRPr>
            </a:lvl1pPr>
          </a:lstStyle>
          <a:p>
            <a:r>
              <a:rPr lang="en-US"/>
              <a:t>Click icon to add picture</a:t>
            </a:r>
            <a:endParaRPr lang="en-US" dirty="0"/>
          </a:p>
        </p:txBody>
      </p:sp>
      <p:sp>
        <p:nvSpPr>
          <p:cNvPr id="28" name="Text Placeholder 11">
            <a:extLst>
              <a:ext uri="{FF2B5EF4-FFF2-40B4-BE49-F238E27FC236}">
                <a16:creationId xmlns:a16="http://schemas.microsoft.com/office/drawing/2014/main" id="{50D7755C-4D0B-D8A7-6235-8E606B39F3AB}"/>
              </a:ext>
            </a:extLst>
          </p:cNvPr>
          <p:cNvSpPr>
            <a:spLocks noGrp="1"/>
          </p:cNvSpPr>
          <p:nvPr>
            <p:ph type="body" sz="quarter" idx="28" hasCustomPrompt="1"/>
          </p:nvPr>
        </p:nvSpPr>
        <p:spPr>
          <a:xfrm>
            <a:off x="3549268" y="7631062"/>
            <a:ext cx="1107492" cy="523008"/>
          </a:xfrm>
        </p:spPr>
        <p:txBody>
          <a:bodyPr lIns="91440" tIns="0">
            <a:noAutofit/>
          </a:bodyPr>
          <a:lstStyle>
            <a:lvl1pPr marL="0" indent="0">
              <a:buNone/>
              <a:defRPr sz="1050" cap="none" baseline="0">
                <a:solidFill>
                  <a:schemeClr val="bg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650228" y="8384248"/>
            <a:ext cx="2277311" cy="0"/>
          </a:xfrm>
          <a:prstGeom prst="straightConnector1">
            <a:avLst/>
          </a:prstGeom>
          <a:ln w="19050" cap="flat" cmpd="sng" algn="ctr">
            <a:gradFill>
              <a:gsLst>
                <a:gs pos="0">
                  <a:schemeClr val="accent3">
                    <a:lumMod val="75000"/>
                  </a:schemeClr>
                </a:gs>
                <a:gs pos="100000">
                  <a:schemeClr val="accent2"/>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263191" y="3986117"/>
            <a:ext cx="2475794" cy="594287"/>
          </a:xfrm>
        </p:spPr>
        <p:txBody>
          <a:bodyPr lIns="91440" tIns="0">
            <a:noAutofit/>
          </a:bodyPr>
          <a:lstStyle>
            <a:lvl1pPr marL="0" indent="0">
              <a:buNone/>
              <a:defRPr sz="1650" b="1" cap="all" spc="75" baseline="0">
                <a:solidFill>
                  <a:schemeClr val="bg1"/>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Subtitle</a:t>
            </a:r>
          </a:p>
        </p:txBody>
      </p:sp>
      <p:sp>
        <p:nvSpPr>
          <p:cNvPr id="42" name="Rectangle 41">
            <a:extLst>
              <a:ext uri="{FF2B5EF4-FFF2-40B4-BE49-F238E27FC236}">
                <a16:creationId xmlns:a16="http://schemas.microsoft.com/office/drawing/2014/main" id="{F46BB721-1D88-1A03-1D55-5C79942C7137}"/>
              </a:ext>
              <a:ext uri="{C183D7F6-B498-43B3-948B-1728B52AA6E4}">
                <adec:decorative xmlns:adec="http://schemas.microsoft.com/office/drawing/2017/decorative" val="1"/>
              </a:ext>
            </a:extLst>
          </p:cNvPr>
          <p:cNvSpPr/>
          <p:nvPr userDrawn="1"/>
        </p:nvSpPr>
        <p:spPr>
          <a:xfrm>
            <a:off x="6373069" y="4748918"/>
            <a:ext cx="2267697" cy="151074"/>
          </a:xfrm>
          <a:prstGeom prst="rect">
            <a:avLst/>
          </a:prstGeom>
          <a:gradFill>
            <a:gsLst>
              <a:gs pos="0">
                <a:schemeClr val="accent2">
                  <a:lumMod val="60000"/>
                  <a:lumOff val="40000"/>
                </a:schemeClr>
              </a:gs>
              <a:gs pos="100000">
                <a:schemeClr val="accent5">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solidFill>
                <a:schemeClr val="bg1">
                  <a:lumMod val="95000"/>
                </a:schemeClr>
              </a:solidFill>
            </a:endParaRP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263191" y="5286683"/>
            <a:ext cx="2475794" cy="1213940"/>
          </a:xfrm>
        </p:spPr>
        <p:txBody>
          <a:bodyPr lIns="91440" tIns="0">
            <a:noAutofit/>
          </a:bodyPr>
          <a:lstStyle>
            <a:lvl1pPr marL="0" indent="0">
              <a:buNone/>
              <a:defRPr sz="900" cap="none" baseline="0">
                <a:solidFill>
                  <a:schemeClr val="bg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Click to add text</a:t>
            </a:r>
          </a:p>
        </p:txBody>
      </p:sp>
      <p:sp>
        <p:nvSpPr>
          <p:cNvPr id="29" name="Text Placeholder 11">
            <a:extLst>
              <a:ext uri="{FF2B5EF4-FFF2-40B4-BE49-F238E27FC236}">
                <a16:creationId xmlns:a16="http://schemas.microsoft.com/office/drawing/2014/main" id="{7CBDAD5E-0048-0813-47FC-FFE93F191C5B}"/>
              </a:ext>
            </a:extLst>
          </p:cNvPr>
          <p:cNvSpPr>
            <a:spLocks noGrp="1"/>
          </p:cNvSpPr>
          <p:nvPr>
            <p:ph type="body" sz="quarter" idx="29" hasCustomPrompt="1"/>
          </p:nvPr>
        </p:nvSpPr>
        <p:spPr>
          <a:xfrm>
            <a:off x="6282090" y="7024571"/>
            <a:ext cx="1107492" cy="523008"/>
          </a:xfrm>
        </p:spPr>
        <p:txBody>
          <a:bodyPr lIns="91440" tIns="0">
            <a:noAutofit/>
          </a:bodyPr>
          <a:lstStyle>
            <a:lvl1pPr marL="0" indent="0">
              <a:buNone/>
              <a:defRPr sz="1500" cap="all" baseline="0">
                <a:solidFill>
                  <a:schemeClr val="accent2">
                    <a:lumMod val="40000"/>
                    <a:lumOff val="60000"/>
                  </a:schemeClr>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xxxx</a:t>
            </a:r>
          </a:p>
        </p:txBody>
      </p:sp>
      <p:sp>
        <p:nvSpPr>
          <p:cNvPr id="54" name="Oval 53">
            <a:extLst>
              <a:ext uri="{FF2B5EF4-FFF2-40B4-BE49-F238E27FC236}">
                <a16:creationId xmlns:a16="http://schemas.microsoft.com/office/drawing/2014/main" id="{60D4CBD1-AAC9-3F04-3F49-E8579F6F7ABE}"/>
              </a:ext>
              <a:ext uri="{C183D7F6-B498-43B3-948B-1728B52AA6E4}">
                <adec:decorative xmlns:adec="http://schemas.microsoft.com/office/drawing/2017/decorative" val="1"/>
              </a:ext>
            </a:extLst>
          </p:cNvPr>
          <p:cNvSpPr/>
          <p:nvPr userDrawn="1"/>
        </p:nvSpPr>
        <p:spPr>
          <a:xfrm>
            <a:off x="7555895" y="6864200"/>
            <a:ext cx="850463" cy="1069181"/>
          </a:xfrm>
          <a:prstGeom prst="ellipse">
            <a:avLst/>
          </a:prstGeom>
          <a:noFill/>
          <a:ln w="12700">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p>
        </p:txBody>
      </p:sp>
      <p:sp>
        <p:nvSpPr>
          <p:cNvPr id="55" name="Picture Placeholder 13">
            <a:extLst>
              <a:ext uri="{FF2B5EF4-FFF2-40B4-BE49-F238E27FC236}">
                <a16:creationId xmlns:a16="http://schemas.microsoft.com/office/drawing/2014/main" id="{F154717D-74D1-298B-EF00-6CCA65AA969B}"/>
              </a:ext>
            </a:extLst>
          </p:cNvPr>
          <p:cNvSpPr>
            <a:spLocks noGrp="1" noChangeAspect="1"/>
          </p:cNvSpPr>
          <p:nvPr>
            <p:ph type="pic" sz="quarter" idx="37"/>
          </p:nvPr>
        </p:nvSpPr>
        <p:spPr>
          <a:xfrm>
            <a:off x="7697639" y="7042397"/>
            <a:ext cx="566976" cy="712788"/>
          </a:xfrm>
          <a:prstGeom prst="ellipse">
            <a:avLst/>
          </a:prstGeom>
          <a:ln w="19050">
            <a:noFill/>
          </a:ln>
        </p:spPr>
        <p:txBody>
          <a:bodyPr lIns="0" tIns="0" rIns="0" bIns="0">
            <a:normAutofit/>
          </a:bodyPr>
          <a:lstStyle>
            <a:lvl1pPr marL="0" indent="0" algn="ctr">
              <a:buNone/>
              <a:defRPr sz="450">
                <a:solidFill>
                  <a:schemeClr val="bg1"/>
                </a:solidFill>
              </a:defRPr>
            </a:lvl1pPr>
          </a:lstStyle>
          <a:p>
            <a:r>
              <a:rPr lang="en-US"/>
              <a:t>Click icon to add picture</a:t>
            </a:r>
            <a:endParaRPr lang="en-US" dirty="0"/>
          </a:p>
        </p:txBody>
      </p:sp>
      <p:sp>
        <p:nvSpPr>
          <p:cNvPr id="30" name="Text Placeholder 11">
            <a:extLst>
              <a:ext uri="{FF2B5EF4-FFF2-40B4-BE49-F238E27FC236}">
                <a16:creationId xmlns:a16="http://schemas.microsoft.com/office/drawing/2014/main" id="{3A23A057-C011-EB28-4869-A73F2E3B3394}"/>
              </a:ext>
            </a:extLst>
          </p:cNvPr>
          <p:cNvSpPr>
            <a:spLocks noGrp="1"/>
          </p:cNvSpPr>
          <p:nvPr>
            <p:ph type="body" sz="quarter" idx="30" hasCustomPrompt="1"/>
          </p:nvPr>
        </p:nvSpPr>
        <p:spPr>
          <a:xfrm>
            <a:off x="6282090" y="7631062"/>
            <a:ext cx="1107492" cy="523008"/>
          </a:xfrm>
        </p:spPr>
        <p:txBody>
          <a:bodyPr lIns="91440" tIns="0">
            <a:noAutofit/>
          </a:bodyPr>
          <a:lstStyle>
            <a:lvl1pPr marL="0" indent="0">
              <a:buNone/>
              <a:defRPr sz="1050" cap="none" baseline="0">
                <a:solidFill>
                  <a:schemeClr val="bg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377696" y="8384248"/>
            <a:ext cx="2266462" cy="0"/>
          </a:xfrm>
          <a:prstGeom prst="straightConnector1">
            <a:avLst/>
          </a:prstGeom>
          <a:ln w="19050" cap="flat" cmpd="sng" algn="ctr">
            <a:gradFill>
              <a:gsLst>
                <a:gs pos="0">
                  <a:schemeClr val="accent2"/>
                </a:gs>
                <a:gs pos="100000">
                  <a:schemeClr val="accent5">
                    <a:lumMod val="60000"/>
                    <a:lumOff val="40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8977114" y="3986117"/>
            <a:ext cx="2475794" cy="594287"/>
          </a:xfrm>
        </p:spPr>
        <p:txBody>
          <a:bodyPr lIns="91440" tIns="0">
            <a:noAutofit/>
          </a:bodyPr>
          <a:lstStyle>
            <a:lvl1pPr marL="0" indent="0">
              <a:buNone/>
              <a:defRPr sz="1650" b="1" cap="all" spc="75" baseline="0">
                <a:solidFill>
                  <a:schemeClr val="bg1"/>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Subtitle</a:t>
            </a:r>
          </a:p>
        </p:txBody>
      </p:sp>
      <p:sp>
        <p:nvSpPr>
          <p:cNvPr id="43" name="Rectangle 42">
            <a:extLst>
              <a:ext uri="{FF2B5EF4-FFF2-40B4-BE49-F238E27FC236}">
                <a16:creationId xmlns:a16="http://schemas.microsoft.com/office/drawing/2014/main" id="{3B68F5A8-E314-7C7A-6CB2-3036DF2A8EFC}"/>
              </a:ext>
              <a:ext uri="{C183D7F6-B498-43B3-948B-1728B52AA6E4}">
                <adec:decorative xmlns:adec="http://schemas.microsoft.com/office/drawing/2017/decorative" val="1"/>
              </a:ext>
            </a:extLst>
          </p:cNvPr>
          <p:cNvSpPr/>
          <p:nvPr userDrawn="1"/>
        </p:nvSpPr>
        <p:spPr>
          <a:xfrm>
            <a:off x="9092456" y="4748918"/>
            <a:ext cx="2267697" cy="151074"/>
          </a:xfrm>
          <a:prstGeom prst="rect">
            <a:avLst/>
          </a:prstGeom>
          <a:gradFill>
            <a:gsLst>
              <a:gs pos="0">
                <a:schemeClr val="accent5">
                  <a:lumMod val="60000"/>
                  <a:lumOff val="40000"/>
                </a:schemeClr>
              </a:gs>
              <a:gs pos="100000">
                <a:schemeClr val="accent6">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solidFill>
                <a:schemeClr val="bg1">
                  <a:lumMod val="95000"/>
                </a:schemeClr>
              </a:solidFill>
            </a:endParaRP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8977114" y="5286683"/>
            <a:ext cx="2475794" cy="1213940"/>
          </a:xfrm>
        </p:spPr>
        <p:txBody>
          <a:bodyPr lIns="91440" tIns="0">
            <a:noAutofit/>
          </a:bodyPr>
          <a:lstStyle>
            <a:lvl1pPr marL="0" indent="0">
              <a:buNone/>
              <a:defRPr sz="900" cap="none" baseline="0">
                <a:solidFill>
                  <a:schemeClr val="bg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Click to add text</a:t>
            </a:r>
          </a:p>
        </p:txBody>
      </p:sp>
      <p:sp>
        <p:nvSpPr>
          <p:cNvPr id="31" name="Text Placeholder 11">
            <a:extLst>
              <a:ext uri="{FF2B5EF4-FFF2-40B4-BE49-F238E27FC236}">
                <a16:creationId xmlns:a16="http://schemas.microsoft.com/office/drawing/2014/main" id="{A44BB5F0-6856-4711-058C-73C1CBF4646B}"/>
              </a:ext>
            </a:extLst>
          </p:cNvPr>
          <p:cNvSpPr>
            <a:spLocks noGrp="1"/>
          </p:cNvSpPr>
          <p:nvPr>
            <p:ph type="body" sz="quarter" idx="31" hasCustomPrompt="1"/>
          </p:nvPr>
        </p:nvSpPr>
        <p:spPr>
          <a:xfrm>
            <a:off x="8999793" y="7024571"/>
            <a:ext cx="1107492" cy="523008"/>
          </a:xfrm>
        </p:spPr>
        <p:txBody>
          <a:bodyPr lIns="91440" tIns="0">
            <a:noAutofit/>
          </a:bodyPr>
          <a:lstStyle>
            <a:lvl1pPr marL="0" indent="0">
              <a:buNone/>
              <a:defRPr sz="1500" cap="all" baseline="0">
                <a:solidFill>
                  <a:schemeClr val="accent5">
                    <a:lumMod val="40000"/>
                    <a:lumOff val="60000"/>
                  </a:schemeClr>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xxxx</a:t>
            </a:r>
          </a:p>
        </p:txBody>
      </p:sp>
      <p:sp>
        <p:nvSpPr>
          <p:cNvPr id="56" name="Oval 55">
            <a:extLst>
              <a:ext uri="{FF2B5EF4-FFF2-40B4-BE49-F238E27FC236}">
                <a16:creationId xmlns:a16="http://schemas.microsoft.com/office/drawing/2014/main" id="{1EF56C89-6D7E-4196-72BF-23ACEE823C0C}"/>
              </a:ext>
              <a:ext uri="{C183D7F6-B498-43B3-948B-1728B52AA6E4}">
                <adec:decorative xmlns:adec="http://schemas.microsoft.com/office/drawing/2017/decorative" val="1"/>
              </a:ext>
            </a:extLst>
          </p:cNvPr>
          <p:cNvSpPr/>
          <p:nvPr userDrawn="1"/>
        </p:nvSpPr>
        <p:spPr>
          <a:xfrm>
            <a:off x="10290608" y="6864200"/>
            <a:ext cx="850463" cy="1069181"/>
          </a:xfrm>
          <a:prstGeom prst="ellipse">
            <a:avLst/>
          </a:prstGeom>
          <a:noFill/>
          <a:ln w="127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p>
        </p:txBody>
      </p:sp>
      <p:sp>
        <p:nvSpPr>
          <p:cNvPr id="57" name="Picture Placeholder 13">
            <a:extLst>
              <a:ext uri="{FF2B5EF4-FFF2-40B4-BE49-F238E27FC236}">
                <a16:creationId xmlns:a16="http://schemas.microsoft.com/office/drawing/2014/main" id="{719C23E4-DE06-6FF4-1BC9-5305DE50D817}"/>
              </a:ext>
            </a:extLst>
          </p:cNvPr>
          <p:cNvSpPr>
            <a:spLocks noGrp="1" noChangeAspect="1"/>
          </p:cNvSpPr>
          <p:nvPr>
            <p:ph type="pic" sz="quarter" idx="38"/>
          </p:nvPr>
        </p:nvSpPr>
        <p:spPr>
          <a:xfrm>
            <a:off x="10432351" y="7042397"/>
            <a:ext cx="566976" cy="712788"/>
          </a:xfrm>
          <a:prstGeom prst="ellipse">
            <a:avLst/>
          </a:prstGeom>
          <a:ln w="19050">
            <a:noFill/>
          </a:ln>
        </p:spPr>
        <p:txBody>
          <a:bodyPr lIns="0" tIns="0" rIns="0" bIns="0">
            <a:normAutofit/>
          </a:bodyPr>
          <a:lstStyle>
            <a:lvl1pPr marL="0" indent="0" algn="ctr">
              <a:buNone/>
              <a:defRPr sz="450">
                <a:solidFill>
                  <a:schemeClr val="bg1"/>
                </a:solidFill>
              </a:defRPr>
            </a:lvl1pPr>
          </a:lstStyle>
          <a:p>
            <a:r>
              <a:rPr lang="en-US"/>
              <a:t>Click icon to add picture</a:t>
            </a:r>
            <a:endParaRPr lang="en-US" dirty="0"/>
          </a:p>
        </p:txBody>
      </p:sp>
      <p:sp>
        <p:nvSpPr>
          <p:cNvPr id="32" name="Text Placeholder 11">
            <a:extLst>
              <a:ext uri="{FF2B5EF4-FFF2-40B4-BE49-F238E27FC236}">
                <a16:creationId xmlns:a16="http://schemas.microsoft.com/office/drawing/2014/main" id="{F5A3DA8B-D38B-3994-FE85-0A331FBADADA}"/>
              </a:ext>
            </a:extLst>
          </p:cNvPr>
          <p:cNvSpPr>
            <a:spLocks noGrp="1"/>
          </p:cNvSpPr>
          <p:nvPr>
            <p:ph type="body" sz="quarter" idx="32" hasCustomPrompt="1"/>
          </p:nvPr>
        </p:nvSpPr>
        <p:spPr>
          <a:xfrm>
            <a:off x="8999793" y="7631062"/>
            <a:ext cx="1107492" cy="523008"/>
          </a:xfrm>
        </p:spPr>
        <p:txBody>
          <a:bodyPr lIns="91440" tIns="0">
            <a:noAutofit/>
          </a:bodyPr>
          <a:lstStyle>
            <a:lvl1pPr marL="0" indent="0">
              <a:buNone/>
              <a:defRPr sz="1050" cap="none" baseline="0">
                <a:solidFill>
                  <a:schemeClr val="bg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094315" y="8384248"/>
            <a:ext cx="2267375" cy="0"/>
          </a:xfrm>
          <a:prstGeom prst="straightConnector1">
            <a:avLst/>
          </a:prstGeom>
          <a:ln w="19050" cap="flat" cmpd="sng" algn="ctr">
            <a:gradFill>
              <a:gsLst>
                <a:gs pos="0">
                  <a:schemeClr val="accent5">
                    <a:lumMod val="60000"/>
                    <a:lumOff val="40000"/>
                  </a:schemeClr>
                </a:gs>
                <a:gs pos="100000">
                  <a:schemeClr val="accent6"/>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9" name="Text Placeholder 11">
            <a:extLst>
              <a:ext uri="{FF2B5EF4-FFF2-40B4-BE49-F238E27FC236}">
                <a16:creationId xmlns:a16="http://schemas.microsoft.com/office/drawing/2014/main" id="{D3896BC4-3EFC-36C4-6071-4BF0E987F965}"/>
              </a:ext>
            </a:extLst>
          </p:cNvPr>
          <p:cNvSpPr>
            <a:spLocks noGrp="1"/>
          </p:cNvSpPr>
          <p:nvPr>
            <p:ph type="body" sz="quarter" idx="19" hasCustomPrompt="1"/>
          </p:nvPr>
        </p:nvSpPr>
        <p:spPr>
          <a:xfrm>
            <a:off x="11691037" y="3986117"/>
            <a:ext cx="2475794" cy="594287"/>
          </a:xfrm>
        </p:spPr>
        <p:txBody>
          <a:bodyPr lIns="91440" tIns="0">
            <a:noAutofit/>
          </a:bodyPr>
          <a:lstStyle>
            <a:lvl1pPr marL="0" indent="0">
              <a:buNone/>
              <a:defRPr sz="1650" b="1" cap="all" spc="75" baseline="0">
                <a:solidFill>
                  <a:schemeClr val="bg1"/>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Subtitle</a:t>
            </a:r>
          </a:p>
        </p:txBody>
      </p:sp>
      <p:sp>
        <p:nvSpPr>
          <p:cNvPr id="44" name="Rectangle 43">
            <a:extLst>
              <a:ext uri="{FF2B5EF4-FFF2-40B4-BE49-F238E27FC236}">
                <a16:creationId xmlns:a16="http://schemas.microsoft.com/office/drawing/2014/main" id="{B6236E29-4894-FD6C-E56F-5B1CBA99A5AC}"/>
              </a:ext>
              <a:ext uri="{C183D7F6-B498-43B3-948B-1728B52AA6E4}">
                <adec:decorative xmlns:adec="http://schemas.microsoft.com/office/drawing/2017/decorative" val="1"/>
              </a:ext>
            </a:extLst>
          </p:cNvPr>
          <p:cNvSpPr/>
          <p:nvPr userDrawn="1"/>
        </p:nvSpPr>
        <p:spPr>
          <a:xfrm>
            <a:off x="11811844" y="4748918"/>
            <a:ext cx="2267697" cy="151074"/>
          </a:xfrm>
          <a:prstGeom prst="rect">
            <a:avLst/>
          </a:prstGeom>
          <a:gradFill>
            <a:gsLst>
              <a:gs pos="0">
                <a:schemeClr val="accent6">
                  <a:lumMod val="60000"/>
                  <a:lumOff val="40000"/>
                </a:schemeClr>
              </a:gs>
              <a:gs pos="100000">
                <a:schemeClr val="accent6">
                  <a:lumMod val="40000"/>
                  <a:lumOff val="6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solidFill>
                <a:schemeClr val="bg1">
                  <a:lumMod val="95000"/>
                </a:schemeClr>
              </a:solidFill>
            </a:endParaRPr>
          </a:p>
        </p:txBody>
      </p:sp>
      <p:sp>
        <p:nvSpPr>
          <p:cNvPr id="24" name="Text Placeholder 11">
            <a:extLst>
              <a:ext uri="{FF2B5EF4-FFF2-40B4-BE49-F238E27FC236}">
                <a16:creationId xmlns:a16="http://schemas.microsoft.com/office/drawing/2014/main" id="{4C2DA584-D9BC-7A01-6F48-363C7F6465E3}"/>
              </a:ext>
            </a:extLst>
          </p:cNvPr>
          <p:cNvSpPr>
            <a:spLocks noGrp="1"/>
          </p:cNvSpPr>
          <p:nvPr>
            <p:ph type="body" sz="quarter" idx="24" hasCustomPrompt="1"/>
          </p:nvPr>
        </p:nvSpPr>
        <p:spPr>
          <a:xfrm>
            <a:off x="11691037" y="5286683"/>
            <a:ext cx="2475794" cy="1213940"/>
          </a:xfrm>
        </p:spPr>
        <p:txBody>
          <a:bodyPr lIns="91440" tIns="0">
            <a:noAutofit/>
          </a:bodyPr>
          <a:lstStyle>
            <a:lvl1pPr marL="0" indent="0">
              <a:buNone/>
              <a:defRPr sz="900" cap="none" baseline="0">
                <a:solidFill>
                  <a:schemeClr val="bg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Click to add text</a:t>
            </a:r>
          </a:p>
        </p:txBody>
      </p:sp>
      <p:sp>
        <p:nvSpPr>
          <p:cNvPr id="33" name="Text Placeholder 11">
            <a:extLst>
              <a:ext uri="{FF2B5EF4-FFF2-40B4-BE49-F238E27FC236}">
                <a16:creationId xmlns:a16="http://schemas.microsoft.com/office/drawing/2014/main" id="{70C95BBB-511F-F8F5-EF37-C6109C4AF4E0}"/>
              </a:ext>
            </a:extLst>
          </p:cNvPr>
          <p:cNvSpPr>
            <a:spLocks noGrp="1"/>
          </p:cNvSpPr>
          <p:nvPr>
            <p:ph type="body" sz="quarter" idx="33" hasCustomPrompt="1"/>
          </p:nvPr>
        </p:nvSpPr>
        <p:spPr>
          <a:xfrm>
            <a:off x="11717496" y="7024571"/>
            <a:ext cx="1107492" cy="523008"/>
          </a:xfrm>
        </p:spPr>
        <p:txBody>
          <a:bodyPr lIns="91440" tIns="0">
            <a:noAutofit/>
          </a:bodyPr>
          <a:lstStyle>
            <a:lvl1pPr marL="0" indent="0">
              <a:buNone/>
              <a:defRPr sz="1500" cap="all" baseline="0">
                <a:solidFill>
                  <a:schemeClr val="accent6">
                    <a:lumMod val="40000"/>
                    <a:lumOff val="60000"/>
                  </a:schemeClr>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xxxx</a:t>
            </a:r>
          </a:p>
        </p:txBody>
      </p:sp>
      <p:sp>
        <p:nvSpPr>
          <p:cNvPr id="58" name="Oval 57">
            <a:extLst>
              <a:ext uri="{FF2B5EF4-FFF2-40B4-BE49-F238E27FC236}">
                <a16:creationId xmlns:a16="http://schemas.microsoft.com/office/drawing/2014/main" id="{D0EDAC9C-0C6E-2807-24D5-3E04B5E2109B}"/>
              </a:ext>
              <a:ext uri="{C183D7F6-B498-43B3-948B-1728B52AA6E4}">
                <adec:decorative xmlns:adec="http://schemas.microsoft.com/office/drawing/2017/decorative" val="1"/>
              </a:ext>
            </a:extLst>
          </p:cNvPr>
          <p:cNvSpPr/>
          <p:nvPr userDrawn="1"/>
        </p:nvSpPr>
        <p:spPr>
          <a:xfrm>
            <a:off x="13002168" y="6858403"/>
            <a:ext cx="850463" cy="1069181"/>
          </a:xfrm>
          <a:prstGeom prst="ellipse">
            <a:avLst/>
          </a:prstGeom>
          <a:noFill/>
          <a:ln w="127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p>
        </p:txBody>
      </p:sp>
      <p:sp>
        <p:nvSpPr>
          <p:cNvPr id="59" name="Picture Placeholder 13">
            <a:extLst>
              <a:ext uri="{FF2B5EF4-FFF2-40B4-BE49-F238E27FC236}">
                <a16:creationId xmlns:a16="http://schemas.microsoft.com/office/drawing/2014/main" id="{B1C0F0FD-844D-CC54-986F-B8522F12B0A5}"/>
              </a:ext>
            </a:extLst>
          </p:cNvPr>
          <p:cNvSpPr>
            <a:spLocks noGrp="1" noChangeAspect="1"/>
          </p:cNvSpPr>
          <p:nvPr>
            <p:ph type="pic" sz="quarter" idx="39"/>
          </p:nvPr>
        </p:nvSpPr>
        <p:spPr>
          <a:xfrm>
            <a:off x="13143912" y="7036599"/>
            <a:ext cx="566976" cy="712788"/>
          </a:xfrm>
          <a:prstGeom prst="ellipse">
            <a:avLst/>
          </a:prstGeom>
          <a:ln w="19050">
            <a:noFill/>
          </a:ln>
        </p:spPr>
        <p:txBody>
          <a:bodyPr lIns="0" tIns="0" rIns="0" bIns="0">
            <a:normAutofit/>
          </a:bodyPr>
          <a:lstStyle>
            <a:lvl1pPr marL="0" indent="0" algn="ctr">
              <a:buNone/>
              <a:defRPr sz="450">
                <a:solidFill>
                  <a:schemeClr val="bg1"/>
                </a:solidFill>
              </a:defRPr>
            </a:lvl1pPr>
          </a:lstStyle>
          <a:p>
            <a:r>
              <a:rPr lang="en-US"/>
              <a:t>Click icon to add picture</a:t>
            </a:r>
            <a:endParaRPr lang="en-US" dirty="0"/>
          </a:p>
        </p:txBody>
      </p:sp>
      <p:sp>
        <p:nvSpPr>
          <p:cNvPr id="34" name="Text Placeholder 11">
            <a:extLst>
              <a:ext uri="{FF2B5EF4-FFF2-40B4-BE49-F238E27FC236}">
                <a16:creationId xmlns:a16="http://schemas.microsoft.com/office/drawing/2014/main" id="{A00816D8-6779-7BDB-52AB-5BD0A2479E4C}"/>
              </a:ext>
            </a:extLst>
          </p:cNvPr>
          <p:cNvSpPr>
            <a:spLocks noGrp="1"/>
          </p:cNvSpPr>
          <p:nvPr>
            <p:ph type="body" sz="quarter" idx="34" hasCustomPrompt="1"/>
          </p:nvPr>
        </p:nvSpPr>
        <p:spPr>
          <a:xfrm>
            <a:off x="11717496" y="7631062"/>
            <a:ext cx="1107492" cy="523008"/>
          </a:xfrm>
        </p:spPr>
        <p:txBody>
          <a:bodyPr lIns="91440" tIns="0">
            <a:noAutofit/>
          </a:bodyPr>
          <a:lstStyle>
            <a:lvl1pPr marL="0" indent="0">
              <a:buNone/>
              <a:defRPr sz="1050" cap="none" baseline="0">
                <a:solidFill>
                  <a:schemeClr val="bg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Text</a:t>
            </a:r>
          </a:p>
        </p:txBody>
      </p:sp>
      <p:cxnSp>
        <p:nvCxnSpPr>
          <p:cNvPr id="49" name="Straight Arrow Connector 48">
            <a:extLst>
              <a:ext uri="{FF2B5EF4-FFF2-40B4-BE49-F238E27FC236}">
                <a16:creationId xmlns:a16="http://schemas.microsoft.com/office/drawing/2014/main" id="{D6506AFF-E40E-308E-7907-FBFC4DAAB885}"/>
              </a:ext>
              <a:ext uri="{C183D7F6-B498-43B3-948B-1728B52AA6E4}">
                <adec:decorative xmlns:adec="http://schemas.microsoft.com/office/drawing/2017/decorative" val="1"/>
              </a:ext>
            </a:extLst>
          </p:cNvPr>
          <p:cNvCxnSpPr>
            <a:cxnSpLocks/>
          </p:cNvCxnSpPr>
          <p:nvPr userDrawn="1"/>
        </p:nvCxnSpPr>
        <p:spPr>
          <a:xfrm>
            <a:off x="11811844" y="8381870"/>
            <a:ext cx="2267697" cy="4760"/>
          </a:xfrm>
          <a:prstGeom prst="straightConnector1">
            <a:avLst/>
          </a:prstGeom>
          <a:ln w="19050" cap="flat" cmpd="sng" algn="ctr">
            <a:gradFill>
              <a:gsLst>
                <a:gs pos="0">
                  <a:schemeClr val="accent6"/>
                </a:gs>
                <a:gs pos="100000">
                  <a:schemeClr val="accent6">
                    <a:lumMod val="60000"/>
                    <a:lumOff val="40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 name="Footer Placeholder 4">
            <a:extLst>
              <a:ext uri="{FF2B5EF4-FFF2-40B4-BE49-F238E27FC236}">
                <a16:creationId xmlns:a16="http://schemas.microsoft.com/office/drawing/2014/main" id="{F80A11DE-725C-8DE4-9A24-3718A3D143CD}"/>
              </a:ext>
            </a:extLst>
          </p:cNvPr>
          <p:cNvSpPr>
            <a:spLocks noGrp="1"/>
          </p:cNvSpPr>
          <p:nvPr>
            <p:ph type="ftr" sz="quarter" idx="11"/>
          </p:nvPr>
        </p:nvSpPr>
        <p:spPr>
          <a:xfrm>
            <a:off x="831564" y="9467799"/>
            <a:ext cx="5102781" cy="569241"/>
          </a:xfrm>
          <a:prstGeom prst="rect">
            <a:avLst/>
          </a:prstGeom>
        </p:spPr>
        <p:txBody>
          <a:bodyPr/>
          <a:lstStyle>
            <a:lvl1pPr algn="l">
              <a:defRPr sz="750" cap="all" baseline="0">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EC6D8153-A9C6-7A32-CDB7-BF9D7CB1ACD3}"/>
              </a:ext>
            </a:extLst>
          </p:cNvPr>
          <p:cNvSpPr>
            <a:spLocks noGrp="1"/>
          </p:cNvSpPr>
          <p:nvPr>
            <p:ph type="sldNum" sz="quarter" idx="12"/>
          </p:nvPr>
        </p:nvSpPr>
        <p:spPr>
          <a:xfrm>
            <a:off x="10836794" y="9467799"/>
            <a:ext cx="3401854" cy="569241"/>
          </a:xfrm>
          <a:prstGeom prst="rect">
            <a:avLst/>
          </a:prstGeom>
        </p:spPr>
        <p:txBody>
          <a:bodyPr/>
          <a:lstStyle>
            <a:lvl1pPr>
              <a:defRPr sz="750">
                <a:solidFill>
                  <a:schemeClr val="bg1"/>
                </a:solidFill>
              </a:defRPr>
            </a:lvl1pPr>
          </a:lstStyle>
          <a:p>
            <a:r>
              <a:rPr lang="en-US" dirty="0"/>
              <a:t>0</a:t>
            </a:r>
            <a:fld id="{E6B975A5-EA91-314B-AF62-F6E264554D2F}" type="slidenum">
              <a:rPr lang="en-US" smtClean="0"/>
              <a:pPr/>
              <a:t>‹#›</a:t>
            </a:fld>
            <a:endParaRPr lang="en-US" dirty="0"/>
          </a:p>
        </p:txBody>
      </p:sp>
    </p:spTree>
    <p:extLst>
      <p:ext uri="{BB962C8B-B14F-4D97-AF65-F5344CB8AC3E}">
        <p14:creationId xmlns:p14="http://schemas.microsoft.com/office/powerpoint/2010/main" val="33323785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meline Light">
    <p:bg>
      <p:bgPr>
        <a:solidFill>
          <a:schemeClr val="bg1">
            <a:lumMod val="95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39F7D1-31ED-4588-7F6B-7214367FBA9F}"/>
              </a:ext>
            </a:extLst>
          </p:cNvPr>
          <p:cNvSpPr>
            <a:spLocks noGrp="1"/>
          </p:cNvSpPr>
          <p:nvPr>
            <p:ph type="title" hasCustomPrompt="1"/>
          </p:nvPr>
        </p:nvSpPr>
        <p:spPr>
          <a:xfrm>
            <a:off x="767307" y="326893"/>
            <a:ext cx="11241237" cy="1711680"/>
          </a:xfrm>
          <a:noFill/>
        </p:spPr>
        <p:txBody>
          <a:bodyPr anchor="b">
            <a:normAutofit/>
          </a:bodyPr>
          <a:lstStyle>
            <a:lvl1pPr>
              <a:defRPr sz="4050">
                <a:solidFill>
                  <a:schemeClr val="tx1"/>
                </a:solidFill>
                <a:latin typeface="+mn-lt"/>
              </a:defRPr>
            </a:lvl1pPr>
          </a:lstStyle>
          <a:p>
            <a:r>
              <a:rPr lang="en-US" dirty="0"/>
              <a:t>Click to add title</a:t>
            </a:r>
          </a:p>
        </p:txBody>
      </p:sp>
      <p:sp>
        <p:nvSpPr>
          <p:cNvPr id="12" name="Text Placeholder 11">
            <a:extLst>
              <a:ext uri="{FF2B5EF4-FFF2-40B4-BE49-F238E27FC236}">
                <a16:creationId xmlns:a16="http://schemas.microsoft.com/office/drawing/2014/main" id="{413A1C6A-339B-343A-B0AD-F761FE910519}"/>
              </a:ext>
            </a:extLst>
          </p:cNvPr>
          <p:cNvSpPr>
            <a:spLocks noGrp="1"/>
          </p:cNvSpPr>
          <p:nvPr>
            <p:ph type="body" sz="quarter" idx="13" hasCustomPrompt="1"/>
          </p:nvPr>
        </p:nvSpPr>
        <p:spPr>
          <a:xfrm>
            <a:off x="767309" y="2096390"/>
            <a:ext cx="11241237" cy="796936"/>
          </a:xfrm>
        </p:spPr>
        <p:txBody>
          <a:bodyPr lIns="164592" tIns="0">
            <a:noAutofit/>
          </a:bodyPr>
          <a:lstStyle>
            <a:lvl1pPr marL="0" indent="0">
              <a:buNone/>
              <a:defRPr sz="1350">
                <a:solidFill>
                  <a:schemeClr val="tx1"/>
                </a:solidFill>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Click to add text</a:t>
            </a:r>
          </a:p>
        </p:txBody>
      </p:sp>
      <p:sp>
        <p:nvSpPr>
          <p:cNvPr id="50" name="Oval 49">
            <a:extLst>
              <a:ext uri="{FF2B5EF4-FFF2-40B4-BE49-F238E27FC236}">
                <a16:creationId xmlns:a16="http://schemas.microsoft.com/office/drawing/2014/main" id="{535829F9-B704-5645-ABE3-F98170E89B44}"/>
              </a:ext>
              <a:ext uri="{C183D7F6-B498-43B3-948B-1728B52AA6E4}">
                <adec:decorative xmlns:adec="http://schemas.microsoft.com/office/drawing/2017/decorative" val="1"/>
              </a:ext>
            </a:extLst>
          </p:cNvPr>
          <p:cNvSpPr/>
          <p:nvPr userDrawn="1"/>
        </p:nvSpPr>
        <p:spPr>
          <a:xfrm>
            <a:off x="12892553" y="912553"/>
            <a:ext cx="1247346" cy="1568133"/>
          </a:xfrm>
          <a:prstGeom prst="ellipse">
            <a:avLst/>
          </a:prstGeom>
          <a:noFill/>
          <a:ln w="1905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p>
        </p:txBody>
      </p:sp>
      <p:sp>
        <p:nvSpPr>
          <p:cNvPr id="14" name="Picture Placeholder 13">
            <a:extLst>
              <a:ext uri="{FF2B5EF4-FFF2-40B4-BE49-F238E27FC236}">
                <a16:creationId xmlns:a16="http://schemas.microsoft.com/office/drawing/2014/main" id="{5807DD9B-8716-9B22-9F91-88E6071F91D3}"/>
              </a:ext>
            </a:extLst>
          </p:cNvPr>
          <p:cNvSpPr>
            <a:spLocks noGrp="1" noChangeAspect="1"/>
          </p:cNvSpPr>
          <p:nvPr>
            <p:ph type="pic" sz="quarter" idx="14"/>
          </p:nvPr>
        </p:nvSpPr>
        <p:spPr>
          <a:xfrm>
            <a:off x="13005948" y="1012343"/>
            <a:ext cx="1020556" cy="1283018"/>
          </a:xfrm>
          <a:prstGeom prst="ellipse">
            <a:avLst/>
          </a:prstGeom>
          <a:ln w="22225">
            <a:noFill/>
          </a:ln>
        </p:spPr>
        <p:txBody>
          <a:bodyPr lIns="0" tIns="0" rIns="0" bIns="0">
            <a:normAutofit/>
          </a:bodyPr>
          <a:lstStyle>
            <a:lvl1pPr marL="0" indent="0" algn="ctr">
              <a:buNone/>
              <a:defRPr sz="750">
                <a:solidFill>
                  <a:schemeClr val="tx1"/>
                </a:solidFill>
              </a:defRPr>
            </a:lvl1pPr>
          </a:lstStyle>
          <a:p>
            <a:r>
              <a:rPr lang="en-US"/>
              <a:t>Click icon to add picture</a:t>
            </a:r>
            <a:endParaRPr lang="en-US" dirty="0"/>
          </a:p>
        </p:txBody>
      </p:sp>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835344" y="3986117"/>
            <a:ext cx="2475794" cy="594287"/>
          </a:xfrm>
        </p:spPr>
        <p:txBody>
          <a:bodyPr lIns="91440" tIns="0">
            <a:noAutofit/>
          </a:bodyPr>
          <a:lstStyle>
            <a:lvl1pPr marL="0" indent="0">
              <a:buNone/>
              <a:defRPr sz="1650" b="1" cap="all" spc="75" baseline="0">
                <a:solidFill>
                  <a:schemeClr val="tx1"/>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4300" y="4748918"/>
            <a:ext cx="2267696" cy="151074"/>
          </a:xfrm>
          <a:prstGeom prst="rect">
            <a:avLst/>
          </a:prstGeom>
          <a:gradFill>
            <a:gsLst>
              <a:gs pos="0">
                <a:schemeClr val="accent1">
                  <a:lumMod val="60000"/>
                  <a:lumOff val="40000"/>
                </a:schemeClr>
              </a:gs>
              <a:gs pos="100000">
                <a:schemeClr val="accent3">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835344" y="5286683"/>
            <a:ext cx="2475794" cy="1213940"/>
          </a:xfrm>
        </p:spPr>
        <p:txBody>
          <a:bodyPr lIns="91440" tIns="0">
            <a:noAutofit/>
          </a:bodyPr>
          <a:lstStyle>
            <a:lvl1pPr marL="0" indent="0">
              <a:buNone/>
              <a:defRPr sz="900" cap="none" baseline="0">
                <a:solidFill>
                  <a:schemeClr val="tx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Click to add text</a:t>
            </a:r>
          </a:p>
        </p:txBody>
      </p:sp>
      <p:sp>
        <p:nvSpPr>
          <p:cNvPr id="25" name="Text Placeholder 11">
            <a:extLst>
              <a:ext uri="{FF2B5EF4-FFF2-40B4-BE49-F238E27FC236}">
                <a16:creationId xmlns:a16="http://schemas.microsoft.com/office/drawing/2014/main" id="{70FD3BFF-C0B9-AA50-A3D6-B4A48EEF7513}"/>
              </a:ext>
            </a:extLst>
          </p:cNvPr>
          <p:cNvSpPr>
            <a:spLocks noGrp="1"/>
          </p:cNvSpPr>
          <p:nvPr>
            <p:ph type="body" sz="quarter" idx="25" hasCustomPrompt="1"/>
          </p:nvPr>
        </p:nvSpPr>
        <p:spPr>
          <a:xfrm>
            <a:off x="831564" y="7024571"/>
            <a:ext cx="1107492" cy="523008"/>
          </a:xfrm>
        </p:spPr>
        <p:txBody>
          <a:bodyPr lIns="91440" tIns="0">
            <a:noAutofit/>
          </a:bodyPr>
          <a:lstStyle>
            <a:lvl1pPr marL="0" indent="0">
              <a:buNone/>
              <a:defRPr sz="1500" cap="all" baseline="0">
                <a:solidFill>
                  <a:schemeClr val="tx1"/>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xxxx</a:t>
            </a:r>
          </a:p>
        </p:txBody>
      </p:sp>
      <p:sp>
        <p:nvSpPr>
          <p:cNvPr id="51" name="Oval 50">
            <a:extLst>
              <a:ext uri="{FF2B5EF4-FFF2-40B4-BE49-F238E27FC236}">
                <a16:creationId xmlns:a16="http://schemas.microsoft.com/office/drawing/2014/main" id="{EBEE5563-8FF1-7479-E11E-F0144D7533D8}"/>
              </a:ext>
              <a:ext uri="{C183D7F6-B498-43B3-948B-1728B52AA6E4}">
                <adec:decorative xmlns:adec="http://schemas.microsoft.com/office/drawing/2017/decorative" val="1"/>
              </a:ext>
            </a:extLst>
          </p:cNvPr>
          <p:cNvSpPr/>
          <p:nvPr userDrawn="1"/>
        </p:nvSpPr>
        <p:spPr>
          <a:xfrm>
            <a:off x="2086471" y="6858403"/>
            <a:ext cx="850463" cy="1069181"/>
          </a:xfrm>
          <a:prstGeom prst="ellipse">
            <a:avLst/>
          </a:prstGeom>
          <a:noFill/>
          <a:ln w="1270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p>
        </p:txBody>
      </p:sp>
      <p:sp>
        <p:nvSpPr>
          <p:cNvPr id="35" name="Picture Placeholder 13">
            <a:extLst>
              <a:ext uri="{FF2B5EF4-FFF2-40B4-BE49-F238E27FC236}">
                <a16:creationId xmlns:a16="http://schemas.microsoft.com/office/drawing/2014/main" id="{A69C1816-EC8E-961C-AC21-6D86E9C455A1}"/>
              </a:ext>
            </a:extLst>
          </p:cNvPr>
          <p:cNvSpPr>
            <a:spLocks noGrp="1" noChangeAspect="1"/>
          </p:cNvSpPr>
          <p:nvPr>
            <p:ph type="pic" sz="quarter" idx="35"/>
          </p:nvPr>
        </p:nvSpPr>
        <p:spPr>
          <a:xfrm>
            <a:off x="2228214" y="7036599"/>
            <a:ext cx="566976" cy="712788"/>
          </a:xfrm>
          <a:prstGeom prst="ellipse">
            <a:avLst/>
          </a:prstGeom>
          <a:ln w="19050">
            <a:noFill/>
          </a:ln>
        </p:spPr>
        <p:txBody>
          <a:bodyPr lIns="0" tIns="0" rIns="0" bIns="0">
            <a:normAutofit/>
          </a:bodyPr>
          <a:lstStyle>
            <a:lvl1pPr marL="0" indent="0" algn="ctr">
              <a:buNone/>
              <a:defRPr sz="450">
                <a:solidFill>
                  <a:schemeClr val="tx1"/>
                </a:solidFill>
              </a:defRPr>
            </a:lvl1pPr>
          </a:lstStyle>
          <a:p>
            <a:r>
              <a:rPr lang="en-US"/>
              <a:t>Click icon to add picture</a:t>
            </a:r>
            <a:endParaRPr lang="en-US" dirty="0"/>
          </a:p>
        </p:txBody>
      </p:sp>
      <p:sp>
        <p:nvSpPr>
          <p:cNvPr id="26" name="Text Placeholder 11">
            <a:extLst>
              <a:ext uri="{FF2B5EF4-FFF2-40B4-BE49-F238E27FC236}">
                <a16:creationId xmlns:a16="http://schemas.microsoft.com/office/drawing/2014/main" id="{9F9A0E21-E67B-7E2F-ED16-4BABF0781083}"/>
              </a:ext>
            </a:extLst>
          </p:cNvPr>
          <p:cNvSpPr>
            <a:spLocks noGrp="1"/>
          </p:cNvSpPr>
          <p:nvPr>
            <p:ph type="body" sz="quarter" idx="26" hasCustomPrompt="1"/>
          </p:nvPr>
        </p:nvSpPr>
        <p:spPr>
          <a:xfrm>
            <a:off x="831564" y="7631062"/>
            <a:ext cx="1107492" cy="523008"/>
          </a:xfrm>
        </p:spPr>
        <p:txBody>
          <a:bodyPr lIns="91440" tIns="0">
            <a:noAutofit/>
          </a:bodyPr>
          <a:lstStyle>
            <a:lvl1pPr marL="0" indent="0">
              <a:buNone/>
              <a:defRPr sz="1050" cap="none" baseline="0">
                <a:solidFill>
                  <a:schemeClr val="tx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934301" y="8384248"/>
            <a:ext cx="2265773" cy="0"/>
          </a:xfrm>
          <a:prstGeom prst="straightConnector1">
            <a:avLst/>
          </a:prstGeom>
          <a:ln w="19050" cap="flat" cmpd="sng" algn="ctr">
            <a:gradFill>
              <a:gsLst>
                <a:gs pos="0">
                  <a:schemeClr val="accent1">
                    <a:lumMod val="75000"/>
                  </a:schemeClr>
                </a:gs>
                <a:gs pos="100000">
                  <a:schemeClr val="accent3">
                    <a:lumMod val="75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549267" y="3986117"/>
            <a:ext cx="2475794" cy="594287"/>
          </a:xfrm>
        </p:spPr>
        <p:txBody>
          <a:bodyPr lIns="91440" tIns="0">
            <a:noAutofit/>
          </a:bodyPr>
          <a:lstStyle>
            <a:lvl1pPr marL="0" indent="0">
              <a:buNone/>
              <a:defRPr sz="1650" b="1" cap="all" spc="75" baseline="0">
                <a:solidFill>
                  <a:schemeClr val="tx1"/>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Subtitle</a:t>
            </a:r>
          </a:p>
        </p:txBody>
      </p:sp>
      <p:sp>
        <p:nvSpPr>
          <p:cNvPr id="41" name="Rectangle 40">
            <a:extLst>
              <a:ext uri="{FF2B5EF4-FFF2-40B4-BE49-F238E27FC236}">
                <a16:creationId xmlns:a16="http://schemas.microsoft.com/office/drawing/2014/main" id="{481FC81D-B431-FFA6-47F5-F40C79C53D0A}"/>
              </a:ext>
              <a:ext uri="{C183D7F6-B498-43B3-948B-1728B52AA6E4}">
                <adec:decorative xmlns:adec="http://schemas.microsoft.com/office/drawing/2017/decorative" val="1"/>
              </a:ext>
            </a:extLst>
          </p:cNvPr>
          <p:cNvSpPr/>
          <p:nvPr userDrawn="1"/>
        </p:nvSpPr>
        <p:spPr>
          <a:xfrm>
            <a:off x="3653685" y="4748918"/>
            <a:ext cx="2267696" cy="151074"/>
          </a:xfrm>
          <a:prstGeom prst="rect">
            <a:avLst/>
          </a:prstGeom>
          <a:gradFill>
            <a:gsLst>
              <a:gs pos="0">
                <a:schemeClr val="accent3">
                  <a:lumMod val="60000"/>
                  <a:lumOff val="40000"/>
                </a:schemeClr>
              </a:gs>
              <a:gs pos="100000">
                <a:schemeClr val="accent2">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solidFill>
                <a:schemeClr val="bg1">
                  <a:lumMod val="95000"/>
                </a:schemeClr>
              </a:solidFill>
            </a:endParaRP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549267" y="5286683"/>
            <a:ext cx="2475794" cy="1213940"/>
          </a:xfrm>
        </p:spPr>
        <p:txBody>
          <a:bodyPr lIns="91440" tIns="0">
            <a:noAutofit/>
          </a:bodyPr>
          <a:lstStyle>
            <a:lvl1pPr marL="0" indent="0">
              <a:buNone/>
              <a:defRPr sz="900" cap="none" baseline="0">
                <a:solidFill>
                  <a:schemeClr val="tx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Click to add text</a:t>
            </a:r>
          </a:p>
        </p:txBody>
      </p:sp>
      <p:sp>
        <p:nvSpPr>
          <p:cNvPr id="27" name="Text Placeholder 11">
            <a:extLst>
              <a:ext uri="{FF2B5EF4-FFF2-40B4-BE49-F238E27FC236}">
                <a16:creationId xmlns:a16="http://schemas.microsoft.com/office/drawing/2014/main" id="{3B992882-DF57-9DAF-2532-06C30C2D9F16}"/>
              </a:ext>
            </a:extLst>
          </p:cNvPr>
          <p:cNvSpPr>
            <a:spLocks noGrp="1"/>
          </p:cNvSpPr>
          <p:nvPr>
            <p:ph type="body" sz="quarter" idx="27" hasCustomPrompt="1"/>
          </p:nvPr>
        </p:nvSpPr>
        <p:spPr>
          <a:xfrm>
            <a:off x="3549268" y="7024571"/>
            <a:ext cx="1107492" cy="523008"/>
          </a:xfrm>
        </p:spPr>
        <p:txBody>
          <a:bodyPr lIns="91440" tIns="0">
            <a:noAutofit/>
          </a:bodyPr>
          <a:lstStyle>
            <a:lvl1pPr marL="0" indent="0">
              <a:buNone/>
              <a:defRPr sz="1500" cap="all" baseline="0">
                <a:solidFill>
                  <a:schemeClr val="tx1"/>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xxxx</a:t>
            </a:r>
          </a:p>
        </p:txBody>
      </p:sp>
      <p:sp>
        <p:nvSpPr>
          <p:cNvPr id="52" name="Oval 51">
            <a:extLst>
              <a:ext uri="{FF2B5EF4-FFF2-40B4-BE49-F238E27FC236}">
                <a16:creationId xmlns:a16="http://schemas.microsoft.com/office/drawing/2014/main" id="{2E63250C-AB2E-9D56-C26C-1E211DFAD534}"/>
              </a:ext>
              <a:ext uri="{C183D7F6-B498-43B3-948B-1728B52AA6E4}">
                <adec:decorative xmlns:adec="http://schemas.microsoft.com/office/drawing/2017/decorative" val="1"/>
              </a:ext>
            </a:extLst>
          </p:cNvPr>
          <p:cNvSpPr/>
          <p:nvPr userDrawn="1"/>
        </p:nvSpPr>
        <p:spPr>
          <a:xfrm>
            <a:off x="4821183" y="6858403"/>
            <a:ext cx="850463" cy="1069181"/>
          </a:xfrm>
          <a:prstGeom prst="ellipse">
            <a:avLst/>
          </a:prstGeom>
          <a:noFill/>
          <a:ln w="127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p>
        </p:txBody>
      </p:sp>
      <p:sp>
        <p:nvSpPr>
          <p:cNvPr id="53" name="Picture Placeholder 13">
            <a:extLst>
              <a:ext uri="{FF2B5EF4-FFF2-40B4-BE49-F238E27FC236}">
                <a16:creationId xmlns:a16="http://schemas.microsoft.com/office/drawing/2014/main" id="{50C6734A-2661-863D-C8B6-6A4DBC588FE4}"/>
              </a:ext>
            </a:extLst>
          </p:cNvPr>
          <p:cNvSpPr>
            <a:spLocks noGrp="1" noChangeAspect="1"/>
          </p:cNvSpPr>
          <p:nvPr>
            <p:ph type="pic" sz="quarter" idx="36"/>
          </p:nvPr>
        </p:nvSpPr>
        <p:spPr>
          <a:xfrm>
            <a:off x="4962926" y="7036599"/>
            <a:ext cx="566976" cy="712788"/>
          </a:xfrm>
          <a:prstGeom prst="ellipse">
            <a:avLst/>
          </a:prstGeom>
          <a:ln w="19050">
            <a:noFill/>
          </a:ln>
        </p:spPr>
        <p:txBody>
          <a:bodyPr lIns="0" tIns="0" rIns="0" bIns="0">
            <a:normAutofit/>
          </a:bodyPr>
          <a:lstStyle>
            <a:lvl1pPr marL="0" indent="0" algn="ctr">
              <a:buNone/>
              <a:defRPr sz="450">
                <a:solidFill>
                  <a:schemeClr val="tx1"/>
                </a:solidFill>
              </a:defRPr>
            </a:lvl1pPr>
          </a:lstStyle>
          <a:p>
            <a:r>
              <a:rPr lang="en-US"/>
              <a:t>Click icon to add picture</a:t>
            </a:r>
            <a:endParaRPr lang="en-US" dirty="0"/>
          </a:p>
        </p:txBody>
      </p:sp>
      <p:sp>
        <p:nvSpPr>
          <p:cNvPr id="28" name="Text Placeholder 11">
            <a:extLst>
              <a:ext uri="{FF2B5EF4-FFF2-40B4-BE49-F238E27FC236}">
                <a16:creationId xmlns:a16="http://schemas.microsoft.com/office/drawing/2014/main" id="{50D7755C-4D0B-D8A7-6235-8E606B39F3AB}"/>
              </a:ext>
            </a:extLst>
          </p:cNvPr>
          <p:cNvSpPr>
            <a:spLocks noGrp="1"/>
          </p:cNvSpPr>
          <p:nvPr>
            <p:ph type="body" sz="quarter" idx="28" hasCustomPrompt="1"/>
          </p:nvPr>
        </p:nvSpPr>
        <p:spPr>
          <a:xfrm>
            <a:off x="3549268" y="7631062"/>
            <a:ext cx="1107492" cy="523008"/>
          </a:xfrm>
        </p:spPr>
        <p:txBody>
          <a:bodyPr lIns="91440" tIns="0">
            <a:noAutofit/>
          </a:bodyPr>
          <a:lstStyle>
            <a:lvl1pPr marL="0" indent="0">
              <a:buNone/>
              <a:defRPr sz="1050" cap="none" baseline="0">
                <a:solidFill>
                  <a:schemeClr val="tx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650228" y="8384248"/>
            <a:ext cx="2277311" cy="0"/>
          </a:xfrm>
          <a:prstGeom prst="straightConnector1">
            <a:avLst/>
          </a:prstGeom>
          <a:ln w="19050" cap="flat" cmpd="sng" algn="ctr">
            <a:gradFill>
              <a:gsLst>
                <a:gs pos="0">
                  <a:schemeClr val="accent3">
                    <a:lumMod val="75000"/>
                  </a:schemeClr>
                </a:gs>
                <a:gs pos="100000">
                  <a:schemeClr val="accent2"/>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263191" y="3986117"/>
            <a:ext cx="2475794" cy="594287"/>
          </a:xfrm>
        </p:spPr>
        <p:txBody>
          <a:bodyPr lIns="91440" tIns="0">
            <a:noAutofit/>
          </a:bodyPr>
          <a:lstStyle>
            <a:lvl1pPr marL="0" indent="0">
              <a:buNone/>
              <a:defRPr sz="1650" b="1" cap="all" spc="75" baseline="0">
                <a:solidFill>
                  <a:schemeClr val="tx1"/>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Subtitle</a:t>
            </a:r>
          </a:p>
        </p:txBody>
      </p:sp>
      <p:sp>
        <p:nvSpPr>
          <p:cNvPr id="42" name="Rectangle 41">
            <a:extLst>
              <a:ext uri="{FF2B5EF4-FFF2-40B4-BE49-F238E27FC236}">
                <a16:creationId xmlns:a16="http://schemas.microsoft.com/office/drawing/2014/main" id="{F46BB721-1D88-1A03-1D55-5C79942C7137}"/>
              </a:ext>
              <a:ext uri="{C183D7F6-B498-43B3-948B-1728B52AA6E4}">
                <adec:decorative xmlns:adec="http://schemas.microsoft.com/office/drawing/2017/decorative" val="1"/>
              </a:ext>
            </a:extLst>
          </p:cNvPr>
          <p:cNvSpPr/>
          <p:nvPr userDrawn="1"/>
        </p:nvSpPr>
        <p:spPr>
          <a:xfrm>
            <a:off x="6373069" y="4748918"/>
            <a:ext cx="2267697" cy="151074"/>
          </a:xfrm>
          <a:prstGeom prst="rect">
            <a:avLst/>
          </a:prstGeom>
          <a:gradFill>
            <a:gsLst>
              <a:gs pos="0">
                <a:schemeClr val="accent2">
                  <a:lumMod val="60000"/>
                  <a:lumOff val="40000"/>
                </a:schemeClr>
              </a:gs>
              <a:gs pos="100000">
                <a:schemeClr val="accent5">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solidFill>
                <a:schemeClr val="bg1">
                  <a:lumMod val="95000"/>
                </a:schemeClr>
              </a:solidFill>
            </a:endParaRP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263191" y="5286683"/>
            <a:ext cx="2475794" cy="1213940"/>
          </a:xfrm>
        </p:spPr>
        <p:txBody>
          <a:bodyPr lIns="91440" tIns="0">
            <a:noAutofit/>
          </a:bodyPr>
          <a:lstStyle>
            <a:lvl1pPr marL="0" indent="0">
              <a:buNone/>
              <a:defRPr sz="900" cap="none" baseline="0">
                <a:solidFill>
                  <a:schemeClr val="tx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Click to add text</a:t>
            </a:r>
          </a:p>
        </p:txBody>
      </p:sp>
      <p:sp>
        <p:nvSpPr>
          <p:cNvPr id="29" name="Text Placeholder 11">
            <a:extLst>
              <a:ext uri="{FF2B5EF4-FFF2-40B4-BE49-F238E27FC236}">
                <a16:creationId xmlns:a16="http://schemas.microsoft.com/office/drawing/2014/main" id="{7CBDAD5E-0048-0813-47FC-FFE93F191C5B}"/>
              </a:ext>
            </a:extLst>
          </p:cNvPr>
          <p:cNvSpPr>
            <a:spLocks noGrp="1"/>
          </p:cNvSpPr>
          <p:nvPr>
            <p:ph type="body" sz="quarter" idx="29" hasCustomPrompt="1"/>
          </p:nvPr>
        </p:nvSpPr>
        <p:spPr>
          <a:xfrm>
            <a:off x="6282090" y="7024571"/>
            <a:ext cx="1107492" cy="523008"/>
          </a:xfrm>
        </p:spPr>
        <p:txBody>
          <a:bodyPr lIns="91440" tIns="0">
            <a:noAutofit/>
          </a:bodyPr>
          <a:lstStyle>
            <a:lvl1pPr marL="0" indent="0">
              <a:buNone/>
              <a:defRPr sz="1500" cap="all" baseline="0">
                <a:solidFill>
                  <a:schemeClr val="tx1"/>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xxxx</a:t>
            </a:r>
          </a:p>
        </p:txBody>
      </p:sp>
      <p:sp>
        <p:nvSpPr>
          <p:cNvPr id="54" name="Oval 53">
            <a:extLst>
              <a:ext uri="{FF2B5EF4-FFF2-40B4-BE49-F238E27FC236}">
                <a16:creationId xmlns:a16="http://schemas.microsoft.com/office/drawing/2014/main" id="{60D4CBD1-AAC9-3F04-3F49-E8579F6F7ABE}"/>
              </a:ext>
              <a:ext uri="{C183D7F6-B498-43B3-948B-1728B52AA6E4}">
                <adec:decorative xmlns:adec="http://schemas.microsoft.com/office/drawing/2017/decorative" val="1"/>
              </a:ext>
            </a:extLst>
          </p:cNvPr>
          <p:cNvSpPr/>
          <p:nvPr userDrawn="1"/>
        </p:nvSpPr>
        <p:spPr>
          <a:xfrm>
            <a:off x="7555895" y="6864200"/>
            <a:ext cx="850463" cy="1069181"/>
          </a:xfrm>
          <a:prstGeom prst="ellipse">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p>
        </p:txBody>
      </p:sp>
      <p:sp>
        <p:nvSpPr>
          <p:cNvPr id="55" name="Picture Placeholder 13">
            <a:extLst>
              <a:ext uri="{FF2B5EF4-FFF2-40B4-BE49-F238E27FC236}">
                <a16:creationId xmlns:a16="http://schemas.microsoft.com/office/drawing/2014/main" id="{F154717D-74D1-298B-EF00-6CCA65AA969B}"/>
              </a:ext>
            </a:extLst>
          </p:cNvPr>
          <p:cNvSpPr>
            <a:spLocks noGrp="1" noChangeAspect="1"/>
          </p:cNvSpPr>
          <p:nvPr>
            <p:ph type="pic" sz="quarter" idx="37"/>
          </p:nvPr>
        </p:nvSpPr>
        <p:spPr>
          <a:xfrm>
            <a:off x="7697639" y="7042397"/>
            <a:ext cx="566976" cy="712788"/>
          </a:xfrm>
          <a:prstGeom prst="ellipse">
            <a:avLst/>
          </a:prstGeom>
          <a:ln w="19050">
            <a:noFill/>
          </a:ln>
        </p:spPr>
        <p:txBody>
          <a:bodyPr lIns="0" tIns="0" rIns="0" bIns="0">
            <a:normAutofit/>
          </a:bodyPr>
          <a:lstStyle>
            <a:lvl1pPr marL="0" indent="0" algn="ctr">
              <a:buNone/>
              <a:defRPr sz="450">
                <a:solidFill>
                  <a:schemeClr val="tx1"/>
                </a:solidFill>
              </a:defRPr>
            </a:lvl1pPr>
          </a:lstStyle>
          <a:p>
            <a:r>
              <a:rPr lang="en-US"/>
              <a:t>Click icon to add picture</a:t>
            </a:r>
            <a:endParaRPr lang="en-US" dirty="0"/>
          </a:p>
        </p:txBody>
      </p:sp>
      <p:sp>
        <p:nvSpPr>
          <p:cNvPr id="30" name="Text Placeholder 11">
            <a:extLst>
              <a:ext uri="{FF2B5EF4-FFF2-40B4-BE49-F238E27FC236}">
                <a16:creationId xmlns:a16="http://schemas.microsoft.com/office/drawing/2014/main" id="{3A23A057-C011-EB28-4869-A73F2E3B3394}"/>
              </a:ext>
            </a:extLst>
          </p:cNvPr>
          <p:cNvSpPr>
            <a:spLocks noGrp="1"/>
          </p:cNvSpPr>
          <p:nvPr>
            <p:ph type="body" sz="quarter" idx="30" hasCustomPrompt="1"/>
          </p:nvPr>
        </p:nvSpPr>
        <p:spPr>
          <a:xfrm>
            <a:off x="6282090" y="7631062"/>
            <a:ext cx="1107492" cy="523008"/>
          </a:xfrm>
        </p:spPr>
        <p:txBody>
          <a:bodyPr lIns="91440" tIns="0">
            <a:noAutofit/>
          </a:bodyPr>
          <a:lstStyle>
            <a:lvl1pPr marL="0" indent="0">
              <a:buNone/>
              <a:defRPr sz="1050" cap="none" baseline="0">
                <a:solidFill>
                  <a:schemeClr val="tx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377696" y="8384248"/>
            <a:ext cx="2266462" cy="0"/>
          </a:xfrm>
          <a:prstGeom prst="straightConnector1">
            <a:avLst/>
          </a:prstGeom>
          <a:ln w="19050" cap="flat" cmpd="sng" algn="ctr">
            <a:gradFill>
              <a:gsLst>
                <a:gs pos="0">
                  <a:schemeClr val="accent2"/>
                </a:gs>
                <a:gs pos="100000">
                  <a:schemeClr val="accent5">
                    <a:lumMod val="60000"/>
                    <a:lumOff val="40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8977114" y="3986117"/>
            <a:ext cx="2475794" cy="594287"/>
          </a:xfrm>
        </p:spPr>
        <p:txBody>
          <a:bodyPr lIns="91440" tIns="0">
            <a:noAutofit/>
          </a:bodyPr>
          <a:lstStyle>
            <a:lvl1pPr marL="0" indent="0">
              <a:buNone/>
              <a:defRPr sz="1650" b="1" cap="all" spc="75" baseline="0">
                <a:solidFill>
                  <a:schemeClr val="tx1"/>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Subtitle</a:t>
            </a:r>
          </a:p>
        </p:txBody>
      </p:sp>
      <p:sp>
        <p:nvSpPr>
          <p:cNvPr id="43" name="Rectangle 42">
            <a:extLst>
              <a:ext uri="{FF2B5EF4-FFF2-40B4-BE49-F238E27FC236}">
                <a16:creationId xmlns:a16="http://schemas.microsoft.com/office/drawing/2014/main" id="{3B68F5A8-E314-7C7A-6CB2-3036DF2A8EFC}"/>
              </a:ext>
              <a:ext uri="{C183D7F6-B498-43B3-948B-1728B52AA6E4}">
                <adec:decorative xmlns:adec="http://schemas.microsoft.com/office/drawing/2017/decorative" val="1"/>
              </a:ext>
            </a:extLst>
          </p:cNvPr>
          <p:cNvSpPr/>
          <p:nvPr userDrawn="1"/>
        </p:nvSpPr>
        <p:spPr>
          <a:xfrm>
            <a:off x="9092456" y="4748918"/>
            <a:ext cx="2267697" cy="151074"/>
          </a:xfrm>
          <a:prstGeom prst="rect">
            <a:avLst/>
          </a:prstGeom>
          <a:gradFill>
            <a:gsLst>
              <a:gs pos="0">
                <a:schemeClr val="accent5">
                  <a:lumMod val="60000"/>
                  <a:lumOff val="40000"/>
                </a:schemeClr>
              </a:gs>
              <a:gs pos="100000">
                <a:schemeClr val="accent6">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solidFill>
                <a:schemeClr val="bg1">
                  <a:lumMod val="95000"/>
                </a:schemeClr>
              </a:solidFill>
            </a:endParaRP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8977114" y="5286683"/>
            <a:ext cx="2475794" cy="1213940"/>
          </a:xfrm>
        </p:spPr>
        <p:txBody>
          <a:bodyPr lIns="91440" tIns="0">
            <a:noAutofit/>
          </a:bodyPr>
          <a:lstStyle>
            <a:lvl1pPr marL="0" indent="0">
              <a:buNone/>
              <a:defRPr sz="900" cap="none" baseline="0">
                <a:solidFill>
                  <a:schemeClr val="tx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Click to add text</a:t>
            </a:r>
          </a:p>
        </p:txBody>
      </p:sp>
      <p:sp>
        <p:nvSpPr>
          <p:cNvPr id="31" name="Text Placeholder 11">
            <a:extLst>
              <a:ext uri="{FF2B5EF4-FFF2-40B4-BE49-F238E27FC236}">
                <a16:creationId xmlns:a16="http://schemas.microsoft.com/office/drawing/2014/main" id="{A44BB5F0-6856-4711-058C-73C1CBF4646B}"/>
              </a:ext>
            </a:extLst>
          </p:cNvPr>
          <p:cNvSpPr>
            <a:spLocks noGrp="1"/>
          </p:cNvSpPr>
          <p:nvPr>
            <p:ph type="body" sz="quarter" idx="31" hasCustomPrompt="1"/>
          </p:nvPr>
        </p:nvSpPr>
        <p:spPr>
          <a:xfrm>
            <a:off x="8999793" y="7024571"/>
            <a:ext cx="1107492" cy="523008"/>
          </a:xfrm>
        </p:spPr>
        <p:txBody>
          <a:bodyPr lIns="91440" tIns="0">
            <a:noAutofit/>
          </a:bodyPr>
          <a:lstStyle>
            <a:lvl1pPr marL="0" indent="0">
              <a:buNone/>
              <a:defRPr sz="1500" cap="all" baseline="0">
                <a:solidFill>
                  <a:schemeClr val="tx1"/>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xxxx</a:t>
            </a:r>
          </a:p>
        </p:txBody>
      </p:sp>
      <p:sp>
        <p:nvSpPr>
          <p:cNvPr id="56" name="Oval 55">
            <a:extLst>
              <a:ext uri="{FF2B5EF4-FFF2-40B4-BE49-F238E27FC236}">
                <a16:creationId xmlns:a16="http://schemas.microsoft.com/office/drawing/2014/main" id="{1EF56C89-6D7E-4196-72BF-23ACEE823C0C}"/>
              </a:ext>
              <a:ext uri="{C183D7F6-B498-43B3-948B-1728B52AA6E4}">
                <adec:decorative xmlns:adec="http://schemas.microsoft.com/office/drawing/2017/decorative" val="1"/>
              </a:ext>
            </a:extLst>
          </p:cNvPr>
          <p:cNvSpPr/>
          <p:nvPr userDrawn="1"/>
        </p:nvSpPr>
        <p:spPr>
          <a:xfrm>
            <a:off x="10290608" y="6864200"/>
            <a:ext cx="850463" cy="1069181"/>
          </a:xfrm>
          <a:prstGeom prst="ellipse">
            <a:avLst/>
          </a:prstGeom>
          <a:no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p>
        </p:txBody>
      </p:sp>
      <p:sp>
        <p:nvSpPr>
          <p:cNvPr id="57" name="Picture Placeholder 13">
            <a:extLst>
              <a:ext uri="{FF2B5EF4-FFF2-40B4-BE49-F238E27FC236}">
                <a16:creationId xmlns:a16="http://schemas.microsoft.com/office/drawing/2014/main" id="{719C23E4-DE06-6FF4-1BC9-5305DE50D817}"/>
              </a:ext>
            </a:extLst>
          </p:cNvPr>
          <p:cNvSpPr>
            <a:spLocks noGrp="1" noChangeAspect="1"/>
          </p:cNvSpPr>
          <p:nvPr>
            <p:ph type="pic" sz="quarter" idx="38"/>
          </p:nvPr>
        </p:nvSpPr>
        <p:spPr>
          <a:xfrm>
            <a:off x="10432351" y="7042397"/>
            <a:ext cx="566976" cy="712788"/>
          </a:xfrm>
          <a:prstGeom prst="ellipse">
            <a:avLst/>
          </a:prstGeom>
          <a:ln w="19050">
            <a:noFill/>
          </a:ln>
        </p:spPr>
        <p:txBody>
          <a:bodyPr lIns="0" tIns="0" rIns="0" bIns="0">
            <a:normAutofit/>
          </a:bodyPr>
          <a:lstStyle>
            <a:lvl1pPr marL="0" indent="0" algn="ctr">
              <a:buNone/>
              <a:defRPr sz="450">
                <a:solidFill>
                  <a:schemeClr val="tx1"/>
                </a:solidFill>
              </a:defRPr>
            </a:lvl1pPr>
          </a:lstStyle>
          <a:p>
            <a:r>
              <a:rPr lang="en-US"/>
              <a:t>Click icon to add picture</a:t>
            </a:r>
            <a:endParaRPr lang="en-US" dirty="0"/>
          </a:p>
        </p:txBody>
      </p:sp>
      <p:sp>
        <p:nvSpPr>
          <p:cNvPr id="32" name="Text Placeholder 11">
            <a:extLst>
              <a:ext uri="{FF2B5EF4-FFF2-40B4-BE49-F238E27FC236}">
                <a16:creationId xmlns:a16="http://schemas.microsoft.com/office/drawing/2014/main" id="{F5A3DA8B-D38B-3994-FE85-0A331FBADADA}"/>
              </a:ext>
            </a:extLst>
          </p:cNvPr>
          <p:cNvSpPr>
            <a:spLocks noGrp="1"/>
          </p:cNvSpPr>
          <p:nvPr>
            <p:ph type="body" sz="quarter" idx="32" hasCustomPrompt="1"/>
          </p:nvPr>
        </p:nvSpPr>
        <p:spPr>
          <a:xfrm>
            <a:off x="8999793" y="7631062"/>
            <a:ext cx="1107492" cy="523008"/>
          </a:xfrm>
        </p:spPr>
        <p:txBody>
          <a:bodyPr lIns="91440" tIns="0">
            <a:noAutofit/>
          </a:bodyPr>
          <a:lstStyle>
            <a:lvl1pPr marL="0" indent="0">
              <a:buNone/>
              <a:defRPr sz="1050" cap="none" baseline="0">
                <a:solidFill>
                  <a:schemeClr val="tx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094315" y="8384248"/>
            <a:ext cx="2267375" cy="0"/>
          </a:xfrm>
          <a:prstGeom prst="straightConnector1">
            <a:avLst/>
          </a:prstGeom>
          <a:ln w="19050" cap="flat" cmpd="sng" algn="ctr">
            <a:gradFill>
              <a:gsLst>
                <a:gs pos="0">
                  <a:schemeClr val="accent5">
                    <a:lumMod val="60000"/>
                    <a:lumOff val="40000"/>
                  </a:schemeClr>
                </a:gs>
                <a:gs pos="100000">
                  <a:schemeClr val="accent6"/>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9" name="Text Placeholder 11">
            <a:extLst>
              <a:ext uri="{FF2B5EF4-FFF2-40B4-BE49-F238E27FC236}">
                <a16:creationId xmlns:a16="http://schemas.microsoft.com/office/drawing/2014/main" id="{D3896BC4-3EFC-36C4-6071-4BF0E987F965}"/>
              </a:ext>
            </a:extLst>
          </p:cNvPr>
          <p:cNvSpPr>
            <a:spLocks noGrp="1"/>
          </p:cNvSpPr>
          <p:nvPr>
            <p:ph type="body" sz="quarter" idx="19" hasCustomPrompt="1"/>
          </p:nvPr>
        </p:nvSpPr>
        <p:spPr>
          <a:xfrm>
            <a:off x="11691037" y="3986117"/>
            <a:ext cx="2475794" cy="594287"/>
          </a:xfrm>
        </p:spPr>
        <p:txBody>
          <a:bodyPr lIns="91440" tIns="0">
            <a:noAutofit/>
          </a:bodyPr>
          <a:lstStyle>
            <a:lvl1pPr marL="0" indent="0">
              <a:buNone/>
              <a:defRPr sz="1650" b="1" cap="all" spc="75" baseline="0">
                <a:solidFill>
                  <a:schemeClr val="tx1"/>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Subtitle</a:t>
            </a:r>
          </a:p>
        </p:txBody>
      </p:sp>
      <p:sp>
        <p:nvSpPr>
          <p:cNvPr id="44" name="Rectangle 43">
            <a:extLst>
              <a:ext uri="{FF2B5EF4-FFF2-40B4-BE49-F238E27FC236}">
                <a16:creationId xmlns:a16="http://schemas.microsoft.com/office/drawing/2014/main" id="{B6236E29-4894-FD6C-E56F-5B1CBA99A5AC}"/>
              </a:ext>
              <a:ext uri="{C183D7F6-B498-43B3-948B-1728B52AA6E4}">
                <adec:decorative xmlns:adec="http://schemas.microsoft.com/office/drawing/2017/decorative" val="1"/>
              </a:ext>
            </a:extLst>
          </p:cNvPr>
          <p:cNvSpPr/>
          <p:nvPr userDrawn="1"/>
        </p:nvSpPr>
        <p:spPr>
          <a:xfrm>
            <a:off x="11811844" y="4748918"/>
            <a:ext cx="2267697" cy="151074"/>
          </a:xfrm>
          <a:prstGeom prst="rect">
            <a:avLst/>
          </a:prstGeom>
          <a:gradFill>
            <a:gsLst>
              <a:gs pos="0">
                <a:schemeClr val="accent6">
                  <a:lumMod val="60000"/>
                  <a:lumOff val="40000"/>
                </a:schemeClr>
              </a:gs>
              <a:gs pos="100000">
                <a:schemeClr val="accent6">
                  <a:lumMod val="40000"/>
                  <a:lumOff val="6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solidFill>
                <a:schemeClr val="bg1">
                  <a:lumMod val="95000"/>
                </a:schemeClr>
              </a:solidFill>
            </a:endParaRPr>
          </a:p>
        </p:txBody>
      </p:sp>
      <p:sp>
        <p:nvSpPr>
          <p:cNvPr id="24" name="Text Placeholder 11">
            <a:extLst>
              <a:ext uri="{FF2B5EF4-FFF2-40B4-BE49-F238E27FC236}">
                <a16:creationId xmlns:a16="http://schemas.microsoft.com/office/drawing/2014/main" id="{4C2DA584-D9BC-7A01-6F48-363C7F6465E3}"/>
              </a:ext>
            </a:extLst>
          </p:cNvPr>
          <p:cNvSpPr>
            <a:spLocks noGrp="1"/>
          </p:cNvSpPr>
          <p:nvPr>
            <p:ph type="body" sz="quarter" idx="24" hasCustomPrompt="1"/>
          </p:nvPr>
        </p:nvSpPr>
        <p:spPr>
          <a:xfrm>
            <a:off x="11691037" y="5286683"/>
            <a:ext cx="2475794" cy="1213940"/>
          </a:xfrm>
        </p:spPr>
        <p:txBody>
          <a:bodyPr lIns="91440" tIns="0">
            <a:noAutofit/>
          </a:bodyPr>
          <a:lstStyle>
            <a:lvl1pPr marL="0" indent="0">
              <a:buNone/>
              <a:defRPr sz="900" cap="none" baseline="0">
                <a:solidFill>
                  <a:schemeClr val="tx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Click to add text</a:t>
            </a:r>
          </a:p>
        </p:txBody>
      </p:sp>
      <p:sp>
        <p:nvSpPr>
          <p:cNvPr id="33" name="Text Placeholder 11">
            <a:extLst>
              <a:ext uri="{FF2B5EF4-FFF2-40B4-BE49-F238E27FC236}">
                <a16:creationId xmlns:a16="http://schemas.microsoft.com/office/drawing/2014/main" id="{70C95BBB-511F-F8F5-EF37-C6109C4AF4E0}"/>
              </a:ext>
            </a:extLst>
          </p:cNvPr>
          <p:cNvSpPr>
            <a:spLocks noGrp="1"/>
          </p:cNvSpPr>
          <p:nvPr>
            <p:ph type="body" sz="quarter" idx="33" hasCustomPrompt="1"/>
          </p:nvPr>
        </p:nvSpPr>
        <p:spPr>
          <a:xfrm>
            <a:off x="11717496" y="7024571"/>
            <a:ext cx="1107492" cy="523008"/>
          </a:xfrm>
        </p:spPr>
        <p:txBody>
          <a:bodyPr lIns="91440" tIns="0">
            <a:noAutofit/>
          </a:bodyPr>
          <a:lstStyle>
            <a:lvl1pPr marL="0" indent="0">
              <a:buNone/>
              <a:defRPr sz="1500" cap="all" baseline="0">
                <a:solidFill>
                  <a:schemeClr val="tx1"/>
                </a:solidFill>
                <a:latin typeface="+mj-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xxxx</a:t>
            </a:r>
          </a:p>
        </p:txBody>
      </p:sp>
      <p:sp>
        <p:nvSpPr>
          <p:cNvPr id="58" name="Oval 57">
            <a:extLst>
              <a:ext uri="{FF2B5EF4-FFF2-40B4-BE49-F238E27FC236}">
                <a16:creationId xmlns:a16="http://schemas.microsoft.com/office/drawing/2014/main" id="{D0EDAC9C-0C6E-2807-24D5-3E04B5E2109B}"/>
              </a:ext>
              <a:ext uri="{C183D7F6-B498-43B3-948B-1728B52AA6E4}">
                <adec:decorative xmlns:adec="http://schemas.microsoft.com/office/drawing/2017/decorative" val="1"/>
              </a:ext>
            </a:extLst>
          </p:cNvPr>
          <p:cNvSpPr/>
          <p:nvPr userDrawn="1"/>
        </p:nvSpPr>
        <p:spPr>
          <a:xfrm>
            <a:off x="13002168" y="6858403"/>
            <a:ext cx="850463" cy="1069181"/>
          </a:xfrm>
          <a:prstGeom prst="ellipse">
            <a:avLst/>
          </a:prstGeom>
          <a:noFill/>
          <a:ln w="127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3" dirty="0"/>
          </a:p>
        </p:txBody>
      </p:sp>
      <p:sp>
        <p:nvSpPr>
          <p:cNvPr id="59" name="Picture Placeholder 13">
            <a:extLst>
              <a:ext uri="{FF2B5EF4-FFF2-40B4-BE49-F238E27FC236}">
                <a16:creationId xmlns:a16="http://schemas.microsoft.com/office/drawing/2014/main" id="{B1C0F0FD-844D-CC54-986F-B8522F12B0A5}"/>
              </a:ext>
            </a:extLst>
          </p:cNvPr>
          <p:cNvSpPr>
            <a:spLocks noGrp="1" noChangeAspect="1"/>
          </p:cNvSpPr>
          <p:nvPr>
            <p:ph type="pic" sz="quarter" idx="39"/>
          </p:nvPr>
        </p:nvSpPr>
        <p:spPr>
          <a:xfrm>
            <a:off x="13143912" y="7036599"/>
            <a:ext cx="566976" cy="712788"/>
          </a:xfrm>
          <a:prstGeom prst="ellipse">
            <a:avLst/>
          </a:prstGeom>
          <a:ln w="19050">
            <a:noFill/>
          </a:ln>
        </p:spPr>
        <p:txBody>
          <a:bodyPr lIns="0" tIns="0" rIns="0" bIns="0">
            <a:normAutofit/>
          </a:bodyPr>
          <a:lstStyle>
            <a:lvl1pPr marL="0" indent="0" algn="ctr">
              <a:buNone/>
              <a:defRPr sz="450">
                <a:solidFill>
                  <a:schemeClr val="tx1"/>
                </a:solidFill>
              </a:defRPr>
            </a:lvl1pPr>
          </a:lstStyle>
          <a:p>
            <a:r>
              <a:rPr lang="en-US"/>
              <a:t>Click icon to add picture</a:t>
            </a:r>
            <a:endParaRPr lang="en-US" dirty="0"/>
          </a:p>
        </p:txBody>
      </p:sp>
      <p:sp>
        <p:nvSpPr>
          <p:cNvPr id="34" name="Text Placeholder 11">
            <a:extLst>
              <a:ext uri="{FF2B5EF4-FFF2-40B4-BE49-F238E27FC236}">
                <a16:creationId xmlns:a16="http://schemas.microsoft.com/office/drawing/2014/main" id="{A00816D8-6779-7BDB-52AB-5BD0A2479E4C}"/>
              </a:ext>
            </a:extLst>
          </p:cNvPr>
          <p:cNvSpPr>
            <a:spLocks noGrp="1"/>
          </p:cNvSpPr>
          <p:nvPr>
            <p:ph type="body" sz="quarter" idx="34" hasCustomPrompt="1"/>
          </p:nvPr>
        </p:nvSpPr>
        <p:spPr>
          <a:xfrm>
            <a:off x="11717496" y="7631062"/>
            <a:ext cx="1107492" cy="523008"/>
          </a:xfrm>
        </p:spPr>
        <p:txBody>
          <a:bodyPr lIns="91440" tIns="0">
            <a:noAutofit/>
          </a:bodyPr>
          <a:lstStyle>
            <a:lvl1pPr marL="0" indent="0">
              <a:buNone/>
              <a:defRPr sz="1050" cap="none" baseline="0">
                <a:solidFill>
                  <a:schemeClr val="tx1"/>
                </a:solidFill>
                <a:latin typeface="+mn-lt"/>
              </a:defRPr>
            </a:lvl1pPr>
            <a:lvl2pPr marL="342900" indent="0">
              <a:buNone/>
              <a:defRPr sz="1350">
                <a:solidFill>
                  <a:schemeClr val="bg1"/>
                </a:solidFill>
              </a:defRPr>
            </a:lvl2pPr>
            <a:lvl3pPr marL="685800" indent="0">
              <a:buNone/>
              <a:defRPr sz="1350">
                <a:solidFill>
                  <a:schemeClr val="bg1"/>
                </a:solidFill>
              </a:defRPr>
            </a:lvl3pPr>
            <a:lvl4pPr marL="1028700" indent="0">
              <a:buNone/>
              <a:defRPr sz="1350">
                <a:solidFill>
                  <a:schemeClr val="bg1"/>
                </a:solidFill>
              </a:defRPr>
            </a:lvl4pPr>
            <a:lvl5pPr marL="1371600" indent="0">
              <a:buNone/>
              <a:defRPr sz="1350">
                <a:solidFill>
                  <a:schemeClr val="bg1"/>
                </a:solidFill>
              </a:defRPr>
            </a:lvl5pPr>
          </a:lstStyle>
          <a:p>
            <a:pPr lvl="0"/>
            <a:r>
              <a:rPr lang="en-US" dirty="0"/>
              <a:t>Text</a:t>
            </a:r>
          </a:p>
        </p:txBody>
      </p:sp>
      <p:cxnSp>
        <p:nvCxnSpPr>
          <p:cNvPr id="49" name="Straight Arrow Connector 48">
            <a:extLst>
              <a:ext uri="{FF2B5EF4-FFF2-40B4-BE49-F238E27FC236}">
                <a16:creationId xmlns:a16="http://schemas.microsoft.com/office/drawing/2014/main" id="{D6506AFF-E40E-308E-7907-FBFC4DAAB885}"/>
              </a:ext>
              <a:ext uri="{C183D7F6-B498-43B3-948B-1728B52AA6E4}">
                <adec:decorative xmlns:adec="http://schemas.microsoft.com/office/drawing/2017/decorative" val="1"/>
              </a:ext>
            </a:extLst>
          </p:cNvPr>
          <p:cNvCxnSpPr>
            <a:cxnSpLocks/>
          </p:cNvCxnSpPr>
          <p:nvPr userDrawn="1"/>
        </p:nvCxnSpPr>
        <p:spPr>
          <a:xfrm>
            <a:off x="11811844" y="8381870"/>
            <a:ext cx="2267697" cy="4760"/>
          </a:xfrm>
          <a:prstGeom prst="straightConnector1">
            <a:avLst/>
          </a:prstGeom>
          <a:ln w="19050" cap="flat" cmpd="sng" algn="ctr">
            <a:gradFill>
              <a:gsLst>
                <a:gs pos="0">
                  <a:schemeClr val="accent6"/>
                </a:gs>
                <a:gs pos="100000">
                  <a:schemeClr val="accent6">
                    <a:lumMod val="60000"/>
                    <a:lumOff val="40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 name="Footer Placeholder 4">
            <a:extLst>
              <a:ext uri="{FF2B5EF4-FFF2-40B4-BE49-F238E27FC236}">
                <a16:creationId xmlns:a16="http://schemas.microsoft.com/office/drawing/2014/main" id="{F80A11DE-725C-8DE4-9A24-3718A3D143CD}"/>
              </a:ext>
            </a:extLst>
          </p:cNvPr>
          <p:cNvSpPr>
            <a:spLocks noGrp="1"/>
          </p:cNvSpPr>
          <p:nvPr>
            <p:ph type="ftr" sz="quarter" idx="11"/>
          </p:nvPr>
        </p:nvSpPr>
        <p:spPr>
          <a:xfrm>
            <a:off x="831564" y="9467799"/>
            <a:ext cx="5102781" cy="569241"/>
          </a:xfrm>
          <a:prstGeom prst="rect">
            <a:avLst/>
          </a:prstGeom>
        </p:spPr>
        <p:txBody>
          <a:bodyPr/>
          <a:lstStyle>
            <a:lvl1pPr algn="l">
              <a:defRPr sz="750" cap="all"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EC6D8153-A9C6-7A32-CDB7-BF9D7CB1ACD3}"/>
              </a:ext>
            </a:extLst>
          </p:cNvPr>
          <p:cNvSpPr>
            <a:spLocks noGrp="1"/>
          </p:cNvSpPr>
          <p:nvPr>
            <p:ph type="sldNum" sz="quarter" idx="12"/>
          </p:nvPr>
        </p:nvSpPr>
        <p:spPr>
          <a:xfrm>
            <a:off x="10836794" y="9467799"/>
            <a:ext cx="3401854" cy="569241"/>
          </a:xfrm>
          <a:prstGeom prst="rect">
            <a:avLst/>
          </a:prstGeom>
        </p:spPr>
        <p:txBody>
          <a:bodyPr/>
          <a:lstStyle>
            <a:lvl1pPr>
              <a:defRPr sz="750">
                <a:solidFill>
                  <a:schemeClr val="tx1"/>
                </a:solidFill>
              </a:defRPr>
            </a:lvl1pPr>
          </a:lstStyle>
          <a:p>
            <a:r>
              <a:rPr lang="en-US" dirty="0"/>
              <a:t>0</a:t>
            </a:r>
            <a:fld id="{E6B975A5-EA91-314B-AF62-F6E264554D2F}" type="slidenum">
              <a:rPr lang="en-US" smtClean="0"/>
              <a:pPr/>
              <a:t>‹#›</a:t>
            </a:fld>
            <a:endParaRPr lang="en-US" dirty="0"/>
          </a:p>
        </p:txBody>
      </p:sp>
    </p:spTree>
    <p:extLst>
      <p:ext uri="{BB962C8B-B14F-4D97-AF65-F5344CB8AC3E}">
        <p14:creationId xmlns:p14="http://schemas.microsoft.com/office/powerpoint/2010/main" val="170624394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5B3CF9-F6C1-EAC2-6ED5-F21274EDAC42}"/>
              </a:ext>
            </a:extLst>
          </p:cNvPr>
          <p:cNvSpPr>
            <a:spLocks noGrp="1"/>
          </p:cNvSpPr>
          <p:nvPr>
            <p:ph type="title"/>
          </p:nvPr>
        </p:nvSpPr>
        <p:spPr>
          <a:xfrm>
            <a:off x="737620" y="569241"/>
            <a:ext cx="13501029" cy="2066589"/>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3484AFB-9D3B-E902-0E64-B953D0E5C9E9}"/>
              </a:ext>
            </a:extLst>
          </p:cNvPr>
          <p:cNvSpPr>
            <a:spLocks noGrp="1"/>
          </p:cNvSpPr>
          <p:nvPr>
            <p:ph type="body" idx="1"/>
          </p:nvPr>
        </p:nvSpPr>
        <p:spPr>
          <a:xfrm>
            <a:off x="737620" y="2846201"/>
            <a:ext cx="13501029" cy="64131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4">
            <a:extLst>
              <a:ext uri="{FF2B5EF4-FFF2-40B4-BE49-F238E27FC236}">
                <a16:creationId xmlns:a16="http://schemas.microsoft.com/office/drawing/2014/main" id="{54D8918F-6808-DDE5-4A7C-495DAC248971}"/>
              </a:ext>
            </a:extLst>
          </p:cNvPr>
          <p:cNvSpPr>
            <a:spLocks noGrp="1"/>
          </p:cNvSpPr>
          <p:nvPr>
            <p:ph type="ftr" sz="quarter" idx="3"/>
          </p:nvPr>
        </p:nvSpPr>
        <p:spPr>
          <a:xfrm>
            <a:off x="831564" y="9467799"/>
            <a:ext cx="5102781" cy="569241"/>
          </a:xfrm>
          <a:prstGeom prst="rect">
            <a:avLst/>
          </a:prstGeom>
        </p:spPr>
        <p:txBody>
          <a:bodyPr/>
          <a:lstStyle>
            <a:lvl1pPr algn="l">
              <a:defRPr sz="750" cap="all" baseline="0">
                <a:solidFill>
                  <a:schemeClr val="tx1"/>
                </a:solidFill>
              </a:defRPr>
            </a:lvl1pPr>
          </a:lstStyle>
          <a:p>
            <a:endParaRPr lang="en-US" dirty="0"/>
          </a:p>
        </p:txBody>
      </p:sp>
      <p:sp>
        <p:nvSpPr>
          <p:cNvPr id="10" name="Slide Number Placeholder 5">
            <a:extLst>
              <a:ext uri="{FF2B5EF4-FFF2-40B4-BE49-F238E27FC236}">
                <a16:creationId xmlns:a16="http://schemas.microsoft.com/office/drawing/2014/main" id="{A2BAE7F7-F858-A80B-8F72-EFA0C33C1006}"/>
              </a:ext>
            </a:extLst>
          </p:cNvPr>
          <p:cNvSpPr>
            <a:spLocks noGrp="1"/>
          </p:cNvSpPr>
          <p:nvPr>
            <p:ph type="sldNum" sz="quarter" idx="4"/>
          </p:nvPr>
        </p:nvSpPr>
        <p:spPr>
          <a:xfrm>
            <a:off x="10836794" y="9467799"/>
            <a:ext cx="3401854" cy="569241"/>
          </a:xfrm>
          <a:prstGeom prst="rect">
            <a:avLst/>
          </a:prstGeom>
        </p:spPr>
        <p:txBody>
          <a:bodyPr/>
          <a:lstStyle>
            <a:lvl1pPr algn="r">
              <a:defRPr sz="750">
                <a:solidFill>
                  <a:schemeClr val="tx1"/>
                </a:solidFill>
              </a:defRPr>
            </a:lvl1pPr>
          </a:lstStyle>
          <a:p>
            <a:r>
              <a:rPr lang="en-US" dirty="0"/>
              <a:t>0</a:t>
            </a:r>
            <a:fld id="{E6B975A5-EA91-314B-AF62-F6E264554D2F}" type="slidenum">
              <a:rPr lang="en-US" smtClean="0"/>
              <a:pPr/>
              <a:t>‹#›</a:t>
            </a:fld>
            <a:endParaRPr lang="en-US" dirty="0"/>
          </a:p>
        </p:txBody>
      </p:sp>
    </p:spTree>
    <p:extLst>
      <p:ext uri="{BB962C8B-B14F-4D97-AF65-F5344CB8AC3E}">
        <p14:creationId xmlns:p14="http://schemas.microsoft.com/office/powerpoint/2010/main" val="1946971173"/>
      </p:ext>
    </p:extLst>
  </p:cSld>
  <p:clrMap bg1="lt1" tx1="dk1" bg2="lt2" tx2="dk2" accent1="accent1" accent2="accent2" accent3="accent3" accent4="accent4" accent5="accent5" accent6="accent6" hlink="hlink" folHlink="folHlink"/>
  <p:sldLayoutIdLst>
    <p:sldLayoutId id="2147483662" r:id="rId1"/>
    <p:sldLayoutId id="2147483663" r:id="rId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svg"/><Relationship Id="rId18" Type="http://schemas.openxmlformats.org/officeDocument/2006/relationships/image" Target="../media/image15.png"/><Relationship Id="rId3" Type="http://schemas.openxmlformats.org/officeDocument/2006/relationships/image" Target="../media/image1.jpeg"/><Relationship Id="rId7" Type="http://schemas.openxmlformats.org/officeDocument/2006/relationships/image" Target="../media/image5.svg"/><Relationship Id="rId12" Type="http://schemas.openxmlformats.org/officeDocument/2006/relationships/image" Target="../media/image10.svg"/><Relationship Id="rId17" Type="http://schemas.openxmlformats.org/officeDocument/2006/relationships/image" Target="../media/image14.png"/><Relationship Id="rId2" Type="http://schemas.openxmlformats.org/officeDocument/2006/relationships/notesSlide" Target="../notesSlides/notesSlide1.xml"/><Relationship Id="rId16" Type="http://schemas.openxmlformats.org/officeDocument/2006/relationships/image" Target="../media/image13.png"/><Relationship Id="rId1" Type="http://schemas.openxmlformats.org/officeDocument/2006/relationships/slideLayout" Target="../slideLayouts/slideLayout1.xml"/><Relationship Id="rId6" Type="http://schemas.openxmlformats.org/officeDocument/2006/relationships/image" Target="../media/image4.sv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2.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svg"/><Relationship Id="rId14" Type="http://schemas.openxmlformats.org/officeDocument/2006/relationships/chart" Target="../charts/chart1.xml"/></Relationships>
</file>

<file path=ppt/slides/_rels/slide2.xml.rels><?xml version="1.0" encoding="UTF-8" standalone="yes"?>
<Relationships xmlns="http://schemas.openxmlformats.org/package/2006/relationships"><Relationship Id="rId3" Type="http://schemas.openxmlformats.org/officeDocument/2006/relationships/image" Target="../media/image17.svg"/><Relationship Id="rId7" Type="http://schemas.openxmlformats.org/officeDocument/2006/relationships/image" Target="../media/image21.svg"/><Relationship Id="rId2" Type="http://schemas.openxmlformats.org/officeDocument/2006/relationships/image" Target="../media/image16.svg"/><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011A"/>
        </a:solidFill>
        <a:effectLst/>
      </p:bgPr>
    </p:bg>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31D42FCE-69C5-E03D-091A-3A10E42ECD0F}"/>
              </a:ext>
            </a:extLst>
          </p:cNvPr>
          <p:cNvPicPr>
            <a:picLocks noChangeAspect="1"/>
          </p:cNvPicPr>
          <p:nvPr/>
        </p:nvPicPr>
        <p:blipFill>
          <a:blip r:embed="rId3">
            <a:duotone>
              <a:prstClr val="black"/>
              <a:schemeClr val="accent4">
                <a:tint val="45000"/>
                <a:satMod val="400000"/>
              </a:schemeClr>
            </a:duotone>
          </a:blip>
          <a:stretch>
            <a:fillRect/>
          </a:stretch>
        </p:blipFill>
        <p:spPr>
          <a:xfrm>
            <a:off x="-22294" y="888881"/>
            <a:ext cx="13968889" cy="9919376"/>
          </a:xfrm>
          <a:prstGeom prst="rect">
            <a:avLst/>
          </a:prstGeom>
        </p:spPr>
      </p:pic>
      <p:sp>
        <p:nvSpPr>
          <p:cNvPr id="13" name="Rectangle: Rounded Corners 12">
            <a:extLst>
              <a:ext uri="{FF2B5EF4-FFF2-40B4-BE49-F238E27FC236}">
                <a16:creationId xmlns:a16="http://schemas.microsoft.com/office/drawing/2014/main" id="{5036CD6E-6F2A-2E8A-B424-5E000C0AD5F8}"/>
              </a:ext>
            </a:extLst>
          </p:cNvPr>
          <p:cNvSpPr/>
          <p:nvPr/>
        </p:nvSpPr>
        <p:spPr>
          <a:xfrm>
            <a:off x="11340624" y="3290669"/>
            <a:ext cx="2564466" cy="1507087"/>
          </a:xfrm>
          <a:prstGeom prst="roundRect">
            <a:avLst>
              <a:gd name="adj" fmla="val 7621"/>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sz="1013"/>
          </a:p>
        </p:txBody>
      </p:sp>
      <p:pic>
        <p:nvPicPr>
          <p:cNvPr id="37" name="Picture Placeholder 33" descr="Music notation with solid fill">
            <a:extLst>
              <a:ext uri="{FF2B5EF4-FFF2-40B4-BE49-F238E27FC236}">
                <a16:creationId xmlns:a16="http://schemas.microsoft.com/office/drawing/2014/main" id="{D5F5E0E8-7F9D-1052-4DB0-3C9EB2B0638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89225" y="796071"/>
            <a:ext cx="736009" cy="9382943"/>
          </a:xfrm>
          <a:prstGeom prst="ellipse">
            <a:avLst/>
          </a:prstGeom>
          <a:ln w="22225">
            <a:noFill/>
          </a:ln>
        </p:spPr>
      </p:pic>
      <p:sp>
        <p:nvSpPr>
          <p:cNvPr id="49" name="Rectangle: Rounded Corners 48">
            <a:extLst>
              <a:ext uri="{FF2B5EF4-FFF2-40B4-BE49-F238E27FC236}">
                <a16:creationId xmlns:a16="http://schemas.microsoft.com/office/drawing/2014/main" id="{2B149DF3-3518-107D-96F5-57AB88FD68F6}"/>
              </a:ext>
            </a:extLst>
          </p:cNvPr>
          <p:cNvSpPr/>
          <p:nvPr/>
        </p:nvSpPr>
        <p:spPr>
          <a:xfrm>
            <a:off x="11380566" y="4828812"/>
            <a:ext cx="3507191" cy="2010447"/>
          </a:xfrm>
          <a:prstGeom prst="roundRect">
            <a:avLst>
              <a:gd name="adj" fmla="val 7621"/>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sz="1013"/>
          </a:p>
        </p:txBody>
      </p:sp>
      <p:sp>
        <p:nvSpPr>
          <p:cNvPr id="22" name="Rectangle: Rounded Corners 21">
            <a:extLst>
              <a:ext uri="{FF2B5EF4-FFF2-40B4-BE49-F238E27FC236}">
                <a16:creationId xmlns:a16="http://schemas.microsoft.com/office/drawing/2014/main" id="{D5F40875-B05D-EA92-6D1C-618B270BAC36}"/>
              </a:ext>
            </a:extLst>
          </p:cNvPr>
          <p:cNvSpPr/>
          <p:nvPr/>
        </p:nvSpPr>
        <p:spPr>
          <a:xfrm>
            <a:off x="393807" y="1575295"/>
            <a:ext cx="5064750" cy="2513716"/>
          </a:xfrm>
          <a:prstGeom prst="roundRect">
            <a:avLst>
              <a:gd name="adj" fmla="val 7621"/>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sz="1013"/>
          </a:p>
        </p:txBody>
      </p:sp>
      <p:sp>
        <p:nvSpPr>
          <p:cNvPr id="2" name="Title 1">
            <a:extLst>
              <a:ext uri="{FF2B5EF4-FFF2-40B4-BE49-F238E27FC236}">
                <a16:creationId xmlns:a16="http://schemas.microsoft.com/office/drawing/2014/main" id="{4012FCCB-C668-E375-745A-4092D4DA792D}"/>
              </a:ext>
            </a:extLst>
          </p:cNvPr>
          <p:cNvSpPr>
            <a:spLocks noGrp="1"/>
          </p:cNvSpPr>
          <p:nvPr>
            <p:ph type="title"/>
          </p:nvPr>
        </p:nvSpPr>
        <p:spPr>
          <a:xfrm>
            <a:off x="0" y="0"/>
            <a:ext cx="15119350" cy="823436"/>
          </a:xfrm>
        </p:spPr>
        <p:txBody>
          <a:bodyPr>
            <a:normAutofit/>
          </a:bodyPr>
          <a:lstStyle/>
          <a:p>
            <a:r>
              <a:rPr lang="en-US" sz="2250" b="1" dirty="0"/>
              <a:t>Can Track Sequencers be Relevant in Modern Game Development?</a:t>
            </a:r>
          </a:p>
        </p:txBody>
      </p:sp>
      <p:sp>
        <p:nvSpPr>
          <p:cNvPr id="3" name="Text Placeholder 2">
            <a:extLst>
              <a:ext uri="{FF2B5EF4-FFF2-40B4-BE49-F238E27FC236}">
                <a16:creationId xmlns:a16="http://schemas.microsoft.com/office/drawing/2014/main" id="{A1215DBE-C581-DF12-8B02-1BB4FA99B94C}"/>
              </a:ext>
            </a:extLst>
          </p:cNvPr>
          <p:cNvSpPr>
            <a:spLocks noGrp="1"/>
          </p:cNvSpPr>
          <p:nvPr>
            <p:ph type="body" sz="quarter" idx="13"/>
          </p:nvPr>
        </p:nvSpPr>
        <p:spPr>
          <a:xfrm>
            <a:off x="9859539" y="492305"/>
            <a:ext cx="6798564" cy="383381"/>
          </a:xfrm>
        </p:spPr>
        <p:txBody>
          <a:bodyPr/>
          <a:lstStyle/>
          <a:p>
            <a:r>
              <a:rPr lang="en-US" dirty="0"/>
              <a:t>Adrienne Moullec - University of Gloucestershire</a:t>
            </a:r>
          </a:p>
        </p:txBody>
      </p:sp>
      <p:sp>
        <p:nvSpPr>
          <p:cNvPr id="5" name="Text Placeholder 4">
            <a:extLst>
              <a:ext uri="{FF2B5EF4-FFF2-40B4-BE49-F238E27FC236}">
                <a16:creationId xmlns:a16="http://schemas.microsoft.com/office/drawing/2014/main" id="{8AF51EFE-C206-4E9F-1ECA-69B8E804771B}"/>
              </a:ext>
            </a:extLst>
          </p:cNvPr>
          <p:cNvSpPr>
            <a:spLocks noGrp="1"/>
          </p:cNvSpPr>
          <p:nvPr>
            <p:ph type="body" sz="quarter" idx="15"/>
          </p:nvPr>
        </p:nvSpPr>
        <p:spPr>
          <a:xfrm>
            <a:off x="539685" y="1702193"/>
            <a:ext cx="3659243" cy="365172"/>
          </a:xfrm>
        </p:spPr>
        <p:txBody>
          <a:bodyPr/>
          <a:lstStyle/>
          <a:p>
            <a:r>
              <a:rPr lang="en-US" sz="2500" dirty="0"/>
              <a:t>Introduction</a:t>
            </a:r>
          </a:p>
        </p:txBody>
      </p:sp>
      <p:sp>
        <p:nvSpPr>
          <p:cNvPr id="10" name="Text Placeholder 9">
            <a:extLst>
              <a:ext uri="{FF2B5EF4-FFF2-40B4-BE49-F238E27FC236}">
                <a16:creationId xmlns:a16="http://schemas.microsoft.com/office/drawing/2014/main" id="{704798AF-C115-FD01-660C-FACB9324AE67}"/>
              </a:ext>
            </a:extLst>
          </p:cNvPr>
          <p:cNvSpPr>
            <a:spLocks noGrp="1"/>
          </p:cNvSpPr>
          <p:nvPr>
            <p:ph type="body" sz="quarter" idx="20"/>
          </p:nvPr>
        </p:nvSpPr>
        <p:spPr>
          <a:xfrm>
            <a:off x="539685" y="2171255"/>
            <a:ext cx="4908924" cy="1818224"/>
          </a:xfrm>
        </p:spPr>
        <p:txBody>
          <a:bodyPr/>
          <a:lstStyle/>
          <a:p>
            <a:r>
              <a:rPr lang="en-US" sz="1200" dirty="0">
                <a:solidFill>
                  <a:schemeClr val="accent3">
                    <a:lumMod val="20000"/>
                    <a:lumOff val="80000"/>
                  </a:schemeClr>
                </a:solidFill>
                <a:ea typeface="ADLaM Display" panose="02010000000000000000" pitchFamily="2" charset="0"/>
                <a:cs typeface="ADLaM Display" panose="02010000000000000000" pitchFamily="2" charset="0"/>
              </a:rPr>
              <a:t>Music track sequencing was used in older game consoles where storage space and audio capabilities were limited. Music used to be a list of text commands that played preset instrumental tones. Audio has since been upgraded to pre-recorded tracks, creating greater immersive experiences.</a:t>
            </a:r>
          </a:p>
          <a:p>
            <a:r>
              <a:rPr lang="en-US" sz="1200" dirty="0">
                <a:solidFill>
                  <a:schemeClr val="accent3">
                    <a:lumMod val="20000"/>
                    <a:lumOff val="80000"/>
                  </a:schemeClr>
                </a:solidFill>
                <a:ea typeface="ADLaM Display" panose="02010000000000000000" pitchFamily="2" charset="0"/>
                <a:cs typeface="ADLaM Display" panose="02010000000000000000" pitchFamily="2" charset="0"/>
              </a:rPr>
              <a:t>This research dives into the history of music in gaming and explores the question “Can track sequencers be relevant in modern game development?”.</a:t>
            </a:r>
          </a:p>
          <a:p>
            <a:endParaRPr lang="en-US" sz="1200" dirty="0"/>
          </a:p>
        </p:txBody>
      </p:sp>
      <p:pic>
        <p:nvPicPr>
          <p:cNvPr id="216" name="Picture Placeholder 215" descr="Game controller outline">
            <a:extLst>
              <a:ext uri="{FF2B5EF4-FFF2-40B4-BE49-F238E27FC236}">
                <a16:creationId xmlns:a16="http://schemas.microsoft.com/office/drawing/2014/main" id="{77F5520F-24C4-6968-9481-7307959BD532}"/>
              </a:ext>
            </a:extLst>
          </p:cNvPr>
          <p:cNvPicPr>
            <a:picLocks noGrp="1" noChangeAspect="1"/>
          </p:cNvPicPr>
          <p:nvPr>
            <p:ph type="pic" sz="quarter" idx="35"/>
          </p:nvPr>
        </p:nvPicPr>
        <p:blipFill>
          <a:blip>
            <a:extLst>
              <a:ext uri="{96DAC541-7B7A-43D3-8B79-37D633B846F1}">
                <asvg:svgBlip xmlns:asvg="http://schemas.microsoft.com/office/drawing/2016/SVG/main" r:embed="rId5"/>
              </a:ext>
            </a:extLst>
          </a:blip>
          <a:srcRect/>
          <a:stretch/>
        </p:blipFill>
        <p:spPr>
          <a:xfrm>
            <a:off x="3443479" y="1630850"/>
            <a:ext cx="488459" cy="488459"/>
          </a:xfrm>
        </p:spPr>
      </p:pic>
      <p:pic>
        <p:nvPicPr>
          <p:cNvPr id="248" name="Picture Placeholder 247" descr="Notebook">
            <a:extLst>
              <a:ext uri="{FF2B5EF4-FFF2-40B4-BE49-F238E27FC236}">
                <a16:creationId xmlns:a16="http://schemas.microsoft.com/office/drawing/2014/main" id="{80BB589F-B280-8794-B12E-C4B4F9F40D8F}"/>
              </a:ext>
            </a:extLst>
          </p:cNvPr>
          <p:cNvPicPr>
            <a:picLocks noGrp="1" noChangeAspect="1"/>
          </p:cNvPicPr>
          <p:nvPr>
            <p:ph type="pic" sz="quarter" idx="36"/>
          </p:nvPr>
        </p:nvPicPr>
        <p:blipFill>
          <a:blip>
            <a:extLst>
              <a:ext uri="{96DAC541-7B7A-43D3-8B79-37D633B846F1}">
                <asvg:svgBlip xmlns:asvg="http://schemas.microsoft.com/office/drawing/2016/SVG/main" r:embed="rId6"/>
              </a:ext>
            </a:extLst>
          </a:blip>
          <a:srcRect t="1020" b="1020"/>
          <a:stretch/>
        </p:blipFill>
        <p:spPr>
          <a:xfrm>
            <a:off x="3650298" y="4169120"/>
            <a:ext cx="342900" cy="342900"/>
          </a:xfrm>
        </p:spPr>
      </p:pic>
      <p:pic>
        <p:nvPicPr>
          <p:cNvPr id="250" name="Picture Placeholder 249" descr="Notebook Cover Icon">
            <a:extLst>
              <a:ext uri="{FF2B5EF4-FFF2-40B4-BE49-F238E27FC236}">
                <a16:creationId xmlns:a16="http://schemas.microsoft.com/office/drawing/2014/main" id="{F527D6BB-A9B3-378E-8050-7344D01546AF}"/>
              </a:ext>
            </a:extLst>
          </p:cNvPr>
          <p:cNvPicPr>
            <a:picLocks noGrp="1" noChangeAspect="1"/>
          </p:cNvPicPr>
          <p:nvPr>
            <p:ph type="pic" sz="quarter" idx="37"/>
          </p:nvPr>
        </p:nvPicPr>
        <p:blipFill>
          <a:blip>
            <a:extLst>
              <a:ext uri="{96DAC541-7B7A-43D3-8B79-37D633B846F1}">
                <asvg:svgBlip xmlns:asvg="http://schemas.microsoft.com/office/drawing/2016/SVG/main" r:embed="rId7"/>
              </a:ext>
            </a:extLst>
          </a:blip>
          <a:srcRect l="1020" r="1020"/>
          <a:stretch/>
        </p:blipFill>
        <p:spPr>
          <a:xfrm>
            <a:off x="3807850" y="7241260"/>
            <a:ext cx="342900" cy="342900"/>
          </a:xfrm>
        </p:spPr>
      </p:pic>
      <p:sp>
        <p:nvSpPr>
          <p:cNvPr id="8" name="Text Placeholder 7">
            <a:extLst>
              <a:ext uri="{FF2B5EF4-FFF2-40B4-BE49-F238E27FC236}">
                <a16:creationId xmlns:a16="http://schemas.microsoft.com/office/drawing/2014/main" id="{1A668396-55B1-62F2-1540-284A767D707A}"/>
              </a:ext>
            </a:extLst>
          </p:cNvPr>
          <p:cNvSpPr>
            <a:spLocks noGrp="1"/>
          </p:cNvSpPr>
          <p:nvPr>
            <p:ph type="body" sz="quarter" idx="18"/>
          </p:nvPr>
        </p:nvSpPr>
        <p:spPr>
          <a:xfrm>
            <a:off x="11419689" y="3348603"/>
            <a:ext cx="1190237" cy="211431"/>
          </a:xfrm>
        </p:spPr>
        <p:txBody>
          <a:bodyPr/>
          <a:lstStyle/>
          <a:p>
            <a:r>
              <a:rPr lang="en-US" dirty="0"/>
              <a:t>Results</a:t>
            </a:r>
          </a:p>
        </p:txBody>
      </p:sp>
      <p:pic>
        <p:nvPicPr>
          <p:cNvPr id="252" name="Picture Placeholder 251" descr="Control Icon">
            <a:extLst>
              <a:ext uri="{FF2B5EF4-FFF2-40B4-BE49-F238E27FC236}">
                <a16:creationId xmlns:a16="http://schemas.microsoft.com/office/drawing/2014/main" id="{1F80EB59-7B2B-552F-D090-B761060668A6}"/>
              </a:ext>
            </a:extLst>
          </p:cNvPr>
          <p:cNvPicPr>
            <a:picLocks noGrp="1" noChangeAspect="1"/>
          </p:cNvPicPr>
          <p:nvPr>
            <p:ph type="pic" sz="quarter" idx="38"/>
          </p:nvPr>
        </p:nvPicPr>
        <p:blipFill>
          <a:blip>
            <a:extLst>
              <a:ext uri="{96DAC541-7B7A-43D3-8B79-37D633B846F1}">
                <asvg:svgBlip xmlns:asvg="http://schemas.microsoft.com/office/drawing/2016/SVG/main" r:embed="rId8"/>
              </a:ext>
            </a:extLst>
          </a:blip>
          <a:srcRect/>
          <a:stretch/>
        </p:blipFill>
        <p:spPr>
          <a:xfrm>
            <a:off x="12413277" y="3303504"/>
            <a:ext cx="272573" cy="272573"/>
          </a:xfrm>
        </p:spPr>
      </p:pic>
      <p:sp>
        <p:nvSpPr>
          <p:cNvPr id="9" name="Text Placeholder 8">
            <a:extLst>
              <a:ext uri="{FF2B5EF4-FFF2-40B4-BE49-F238E27FC236}">
                <a16:creationId xmlns:a16="http://schemas.microsoft.com/office/drawing/2014/main" id="{0443785B-1A6D-E1D6-6E52-FE4E67D01D2F}"/>
              </a:ext>
            </a:extLst>
          </p:cNvPr>
          <p:cNvSpPr>
            <a:spLocks noGrp="1"/>
          </p:cNvSpPr>
          <p:nvPr>
            <p:ph type="body" sz="quarter" idx="19"/>
          </p:nvPr>
        </p:nvSpPr>
        <p:spPr>
          <a:xfrm>
            <a:off x="11393404" y="4938271"/>
            <a:ext cx="1992249" cy="285893"/>
          </a:xfrm>
        </p:spPr>
        <p:txBody>
          <a:bodyPr/>
          <a:lstStyle/>
          <a:p>
            <a:r>
              <a:rPr lang="en-US" dirty="0"/>
              <a:t>Conclusion</a:t>
            </a:r>
          </a:p>
        </p:txBody>
      </p:sp>
      <p:sp>
        <p:nvSpPr>
          <p:cNvPr id="14" name="Text Placeholder 13">
            <a:extLst>
              <a:ext uri="{FF2B5EF4-FFF2-40B4-BE49-F238E27FC236}">
                <a16:creationId xmlns:a16="http://schemas.microsoft.com/office/drawing/2014/main" id="{74478444-AE6E-47B8-62DC-D7A1402293D6}"/>
              </a:ext>
            </a:extLst>
          </p:cNvPr>
          <p:cNvSpPr>
            <a:spLocks noGrp="1"/>
          </p:cNvSpPr>
          <p:nvPr>
            <p:ph type="body" sz="quarter" idx="24"/>
          </p:nvPr>
        </p:nvSpPr>
        <p:spPr>
          <a:xfrm>
            <a:off x="11403910" y="5333537"/>
            <a:ext cx="3507191" cy="1505722"/>
          </a:xfrm>
        </p:spPr>
        <p:txBody>
          <a:bodyPr/>
          <a:lstStyle/>
          <a:p>
            <a:r>
              <a:rPr lang="en-US" sz="600" dirty="0">
                <a:solidFill>
                  <a:schemeClr val="accent3">
                    <a:lumMod val="20000"/>
                    <a:lumOff val="80000"/>
                  </a:schemeClr>
                </a:solidFill>
              </a:rPr>
              <a:t>In conclusion, the results demonstrate …………………………………………………………………………………….</a:t>
            </a:r>
          </a:p>
          <a:p>
            <a:r>
              <a:rPr lang="en-US" sz="600" dirty="0">
                <a:solidFill>
                  <a:schemeClr val="accent3">
                    <a:lumMod val="20000"/>
                    <a:lumOff val="80000"/>
                  </a:schemeClr>
                </a:solidFill>
              </a:rPr>
              <a:t>This method requires further study to ascertain its functionality within the creative industry.</a:t>
            </a:r>
          </a:p>
          <a:p>
            <a:endParaRPr lang="en-US" sz="600" dirty="0">
              <a:solidFill>
                <a:schemeClr val="accent3">
                  <a:lumMod val="20000"/>
                  <a:lumOff val="80000"/>
                </a:schemeClr>
              </a:solidFill>
            </a:endParaRPr>
          </a:p>
          <a:p>
            <a:pPr marL="128588" indent="-128588">
              <a:spcBef>
                <a:spcPts val="0"/>
              </a:spcBef>
              <a:buFont typeface="Arial" panose="020B0604020202020204" pitchFamily="34" charset="0"/>
              <a:buChar char="•"/>
            </a:pPr>
            <a:r>
              <a:rPr lang="en-US" sz="600" dirty="0">
                <a:solidFill>
                  <a:schemeClr val="accent3">
                    <a:lumMod val="20000"/>
                    <a:lumOff val="80000"/>
                  </a:schemeClr>
                </a:solidFill>
              </a:rPr>
              <a:t>Producing track sequencer music files can easily be created and altered but require specialist tools and training. Using a track sequencer only requires music knowledge; implementing it into a project needs programming skills.</a:t>
            </a:r>
          </a:p>
          <a:p>
            <a:pPr marL="128588" indent="-128588">
              <a:spcBef>
                <a:spcPts val="0"/>
              </a:spcBef>
              <a:buFont typeface="Arial" panose="020B0604020202020204" pitchFamily="34" charset="0"/>
              <a:buChar char="•"/>
            </a:pPr>
            <a:r>
              <a:rPr lang="en-US" sz="600" dirty="0">
                <a:solidFill>
                  <a:schemeClr val="accent3">
                    <a:lumMod val="20000"/>
                    <a:lumOff val="80000"/>
                  </a:schemeClr>
                </a:solidFill>
              </a:rPr>
              <a:t>There is much potential for functionality such as musical event triggers, parameter-driven audio, generative and transformative music due to the text-style music commands.</a:t>
            </a:r>
          </a:p>
          <a:p>
            <a:pPr marL="128588" indent="-128588">
              <a:spcBef>
                <a:spcPts val="0"/>
              </a:spcBef>
              <a:buFont typeface="Arial" panose="020B0604020202020204" pitchFamily="34" charset="0"/>
              <a:buChar char="•"/>
            </a:pPr>
            <a:r>
              <a:rPr lang="en-US" sz="600" dirty="0">
                <a:solidFill>
                  <a:schemeClr val="accent3">
                    <a:lumMod val="20000"/>
                    <a:lumOff val="80000"/>
                  </a:schemeClr>
                </a:solidFill>
              </a:rPr>
              <a:t>The current showcase is limited to certain platforms and needs further technical improvement to work across projects. The output of this method of music writing is dependent on the quality of audio samples used.</a:t>
            </a:r>
          </a:p>
          <a:p>
            <a:pPr marL="128588" indent="-128588">
              <a:spcBef>
                <a:spcPts val="0"/>
              </a:spcBef>
              <a:buFont typeface="Arial" panose="020B0604020202020204" pitchFamily="34" charset="0"/>
              <a:buChar char="•"/>
            </a:pPr>
            <a:r>
              <a:rPr lang="en-US" sz="600" dirty="0">
                <a:solidFill>
                  <a:schemeClr val="accent3">
                    <a:lumMod val="20000"/>
                    <a:lumOff val="80000"/>
                  </a:schemeClr>
                </a:solidFill>
              </a:rPr>
              <a:t>A larger demographic of user and usability testing would aid in creating a streamlined tool and improving the standards of the output audio. </a:t>
            </a:r>
          </a:p>
        </p:txBody>
      </p:sp>
      <p:pic>
        <p:nvPicPr>
          <p:cNvPr id="254" name="Picture Placeholder 253" descr="Door opening icon">
            <a:extLst>
              <a:ext uri="{FF2B5EF4-FFF2-40B4-BE49-F238E27FC236}">
                <a16:creationId xmlns:a16="http://schemas.microsoft.com/office/drawing/2014/main" id="{745667E5-35F8-39AC-E268-62AE0F238D43}"/>
              </a:ext>
            </a:extLst>
          </p:cNvPr>
          <p:cNvPicPr>
            <a:picLocks noGrp="1" noChangeAspect="1"/>
          </p:cNvPicPr>
          <p:nvPr>
            <p:ph type="pic" sz="quarter" idx="39"/>
          </p:nvPr>
        </p:nvPicPr>
        <p:blipFill>
          <a:blip>
            <a:extLst>
              <a:ext uri="{96DAC541-7B7A-43D3-8B79-37D633B846F1}">
                <asvg:svgBlip xmlns:asvg="http://schemas.microsoft.com/office/drawing/2016/SVG/main" r:embed="rId9"/>
              </a:ext>
            </a:extLst>
          </a:blip>
          <a:srcRect/>
          <a:stretch/>
        </p:blipFill>
        <p:spPr>
          <a:xfrm>
            <a:off x="13017850" y="4881261"/>
            <a:ext cx="342900" cy="342900"/>
          </a:xfrm>
        </p:spPr>
      </p:pic>
      <p:cxnSp>
        <p:nvCxnSpPr>
          <p:cNvPr id="4" name="Straight Connector 3">
            <a:extLst>
              <a:ext uri="{FF2B5EF4-FFF2-40B4-BE49-F238E27FC236}">
                <a16:creationId xmlns:a16="http://schemas.microsoft.com/office/drawing/2014/main" id="{341F7D99-95D6-3DC3-0374-0DE532900569}"/>
              </a:ext>
              <a:ext uri="{C183D7F6-B498-43B3-948B-1728B52AA6E4}">
                <adec:decorative xmlns:adec="http://schemas.microsoft.com/office/drawing/2017/decorative" val="1"/>
              </a:ext>
            </a:extLst>
          </p:cNvPr>
          <p:cNvCxnSpPr>
            <a:cxnSpLocks/>
          </p:cNvCxnSpPr>
          <p:nvPr/>
        </p:nvCxnSpPr>
        <p:spPr>
          <a:xfrm flipV="1">
            <a:off x="-46756" y="842768"/>
            <a:ext cx="15166106" cy="32918"/>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pic>
        <p:nvPicPr>
          <p:cNvPr id="34" name="Picture Placeholder 33" descr="Harvey Balls 100% outline">
            <a:extLst>
              <a:ext uri="{FF2B5EF4-FFF2-40B4-BE49-F238E27FC236}">
                <a16:creationId xmlns:a16="http://schemas.microsoft.com/office/drawing/2014/main" id="{9389C35E-CB35-9695-83FB-56EB11B06563}"/>
              </a:ext>
            </a:extLst>
          </p:cNvPr>
          <p:cNvPicPr>
            <a:picLocks noGrp="1" noChangeAspect="1"/>
          </p:cNvPicPr>
          <p:nvPr>
            <p:ph type="pic" sz="quarter" idx="14"/>
          </p:nvPr>
        </p:nvPicPr>
        <p:blipFill>
          <a:blip>
            <a:extLst>
              <a:ext uri="{96DAC541-7B7A-43D3-8B79-37D633B846F1}">
                <asvg:svgBlip xmlns:asvg="http://schemas.microsoft.com/office/drawing/2016/SVG/main" r:embed="rId10"/>
              </a:ext>
            </a:extLst>
          </a:blip>
          <a:srcRect/>
          <a:stretch/>
        </p:blipFill>
        <p:spPr>
          <a:xfrm>
            <a:off x="15361190" y="2767631"/>
            <a:ext cx="476825" cy="476825"/>
          </a:xfrm>
        </p:spPr>
      </p:pic>
      <p:pic>
        <p:nvPicPr>
          <p:cNvPr id="38" name="Picture Placeholder 33" descr="Harvey Balls 0% with solid fill">
            <a:extLst>
              <a:ext uri="{FF2B5EF4-FFF2-40B4-BE49-F238E27FC236}">
                <a16:creationId xmlns:a16="http://schemas.microsoft.com/office/drawing/2014/main" id="{FE7CF5C5-05D7-5829-85F6-0D447310E6F5}"/>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14239313" y="2432628"/>
            <a:ext cx="617220" cy="617220"/>
          </a:xfrm>
          <a:prstGeom prst="ellipse">
            <a:avLst/>
          </a:prstGeom>
          <a:ln w="22225">
            <a:noFill/>
          </a:ln>
        </p:spPr>
      </p:pic>
      <p:pic>
        <p:nvPicPr>
          <p:cNvPr id="60" name="Picture Placeholder 33" descr="Music note with solid fill">
            <a:extLst>
              <a:ext uri="{FF2B5EF4-FFF2-40B4-BE49-F238E27FC236}">
                <a16:creationId xmlns:a16="http://schemas.microsoft.com/office/drawing/2014/main" id="{19C70016-CA91-A324-6556-3E43A969D592}"/>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14530861" y="2559476"/>
            <a:ext cx="157863" cy="157863"/>
          </a:xfrm>
          <a:prstGeom prst="ellipse">
            <a:avLst/>
          </a:prstGeom>
          <a:ln w="22225">
            <a:noFill/>
          </a:ln>
        </p:spPr>
      </p:pic>
      <p:pic>
        <p:nvPicPr>
          <p:cNvPr id="61" name="Picture Placeholder 33" descr="Music notes with solid fill">
            <a:extLst>
              <a:ext uri="{FF2B5EF4-FFF2-40B4-BE49-F238E27FC236}">
                <a16:creationId xmlns:a16="http://schemas.microsoft.com/office/drawing/2014/main" id="{CD72E53F-305F-3E70-77AF-8ED3E1F1FF43}"/>
              </a:ext>
            </a:extLst>
          </p:cNvPr>
          <p:cNvPicPr>
            <a:picLocks noChangeAspect="1"/>
          </p:cNvPicPr>
          <p:nvPr/>
        </p:nvPicPr>
        <p:blipFill>
          <a:blip>
            <a:extLst>
              <a:ext uri="{96DAC541-7B7A-43D3-8B79-37D633B846F1}">
                <asvg:svgBlip xmlns:asvg="http://schemas.microsoft.com/office/drawing/2016/SVG/main" r:embed="rId13"/>
              </a:ext>
            </a:extLst>
          </a:blip>
          <a:srcRect t="96" b="96"/>
          <a:stretch>
            <a:fillRect/>
          </a:stretch>
        </p:blipFill>
        <p:spPr>
          <a:xfrm>
            <a:off x="14345280" y="2614326"/>
            <a:ext cx="319989" cy="319989"/>
          </a:xfrm>
          <a:prstGeom prst="ellipse">
            <a:avLst/>
          </a:prstGeom>
          <a:ln w="22225">
            <a:noFill/>
          </a:ln>
        </p:spPr>
      </p:pic>
      <p:cxnSp>
        <p:nvCxnSpPr>
          <p:cNvPr id="449" name="Straight Connector 448">
            <a:extLst>
              <a:ext uri="{FF2B5EF4-FFF2-40B4-BE49-F238E27FC236}">
                <a16:creationId xmlns:a16="http://schemas.microsoft.com/office/drawing/2014/main" id="{340B8317-E353-6339-47FD-6256E22A84BA}"/>
              </a:ext>
              <a:ext uri="{C183D7F6-B498-43B3-948B-1728B52AA6E4}">
                <adec:decorative xmlns:adec="http://schemas.microsoft.com/office/drawing/2017/decorative" val="1"/>
              </a:ext>
            </a:extLst>
          </p:cNvPr>
          <p:cNvCxnSpPr>
            <a:cxnSpLocks/>
          </p:cNvCxnSpPr>
          <p:nvPr/>
        </p:nvCxnSpPr>
        <p:spPr>
          <a:xfrm>
            <a:off x="614819" y="2022915"/>
            <a:ext cx="2680041"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cxnSp>
        <p:nvCxnSpPr>
          <p:cNvPr id="457" name="Straight Connector 456">
            <a:extLst>
              <a:ext uri="{FF2B5EF4-FFF2-40B4-BE49-F238E27FC236}">
                <a16:creationId xmlns:a16="http://schemas.microsoft.com/office/drawing/2014/main" id="{E0381664-FDE6-1C61-B792-B04EF1F062B8}"/>
              </a:ext>
              <a:ext uri="{C183D7F6-B498-43B3-948B-1728B52AA6E4}">
                <adec:decorative xmlns:adec="http://schemas.microsoft.com/office/drawing/2017/decorative" val="1"/>
              </a:ext>
            </a:extLst>
          </p:cNvPr>
          <p:cNvCxnSpPr>
            <a:cxnSpLocks/>
          </p:cNvCxnSpPr>
          <p:nvPr/>
        </p:nvCxnSpPr>
        <p:spPr>
          <a:xfrm>
            <a:off x="11486599" y="3588038"/>
            <a:ext cx="731240" cy="464"/>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cxnSp>
        <p:nvCxnSpPr>
          <p:cNvPr id="459" name="Straight Connector 458">
            <a:extLst>
              <a:ext uri="{FF2B5EF4-FFF2-40B4-BE49-F238E27FC236}">
                <a16:creationId xmlns:a16="http://schemas.microsoft.com/office/drawing/2014/main" id="{774EA625-3F51-B2CE-1BAD-BD842A45F343}"/>
              </a:ext>
              <a:ext uri="{C183D7F6-B498-43B3-948B-1728B52AA6E4}">
                <adec:decorative xmlns:adec="http://schemas.microsoft.com/office/drawing/2017/decorative" val="1"/>
              </a:ext>
            </a:extLst>
          </p:cNvPr>
          <p:cNvCxnSpPr>
            <a:cxnSpLocks/>
          </p:cNvCxnSpPr>
          <p:nvPr/>
        </p:nvCxnSpPr>
        <p:spPr>
          <a:xfrm>
            <a:off x="11463244" y="5160780"/>
            <a:ext cx="1586366"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graphicFrame>
        <p:nvGraphicFramePr>
          <p:cNvPr id="17" name="Chart 16">
            <a:extLst>
              <a:ext uri="{FF2B5EF4-FFF2-40B4-BE49-F238E27FC236}">
                <a16:creationId xmlns:a16="http://schemas.microsoft.com/office/drawing/2014/main" id="{5AE5CE50-ADD5-9554-96C4-76188162E714}"/>
              </a:ext>
            </a:extLst>
          </p:cNvPr>
          <p:cNvGraphicFramePr/>
          <p:nvPr>
            <p:extLst>
              <p:ext uri="{D42A27DB-BD31-4B8C-83A1-F6EECF244321}">
                <p14:modId xmlns:p14="http://schemas.microsoft.com/office/powerpoint/2010/main" val="845460369"/>
              </p:ext>
            </p:extLst>
          </p:nvPr>
        </p:nvGraphicFramePr>
        <p:xfrm>
          <a:off x="11419690" y="3676840"/>
          <a:ext cx="2254681" cy="995744"/>
        </p:xfrm>
        <a:graphic>
          <a:graphicData uri="http://schemas.openxmlformats.org/drawingml/2006/chart">
            <c:chart xmlns:c="http://schemas.openxmlformats.org/drawingml/2006/chart" xmlns:r="http://schemas.openxmlformats.org/officeDocument/2006/relationships" r:id="rId14"/>
          </a:graphicData>
        </a:graphic>
      </p:graphicFrame>
      <p:pic>
        <p:nvPicPr>
          <p:cNvPr id="30" name="Picture 29">
            <a:extLst>
              <a:ext uri="{FF2B5EF4-FFF2-40B4-BE49-F238E27FC236}">
                <a16:creationId xmlns:a16="http://schemas.microsoft.com/office/drawing/2014/main" id="{F94EFD76-C369-ECF3-6857-B780AE3F8D93}"/>
              </a:ext>
            </a:extLst>
          </p:cNvPr>
          <p:cNvPicPr>
            <a:picLocks noChangeAspect="1"/>
          </p:cNvPicPr>
          <p:nvPr/>
        </p:nvPicPr>
        <p:blipFill>
          <a:blip r:embed="rId15"/>
          <a:stretch>
            <a:fillRect/>
          </a:stretch>
        </p:blipFill>
        <p:spPr>
          <a:xfrm>
            <a:off x="5679328" y="4579831"/>
            <a:ext cx="3688529" cy="223632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cxnSp>
        <p:nvCxnSpPr>
          <p:cNvPr id="31" name="Straight Connector 30">
            <a:extLst>
              <a:ext uri="{FF2B5EF4-FFF2-40B4-BE49-F238E27FC236}">
                <a16:creationId xmlns:a16="http://schemas.microsoft.com/office/drawing/2014/main" id="{FD5CE708-A853-2C3E-983C-35C803DD1CC8}"/>
              </a:ext>
              <a:ext uri="{C183D7F6-B498-43B3-948B-1728B52AA6E4}">
                <adec:decorative xmlns:adec="http://schemas.microsoft.com/office/drawing/2017/decorative" val="1"/>
              </a:ext>
            </a:extLst>
          </p:cNvPr>
          <p:cNvCxnSpPr>
            <a:cxnSpLocks/>
          </p:cNvCxnSpPr>
          <p:nvPr/>
        </p:nvCxnSpPr>
        <p:spPr>
          <a:xfrm>
            <a:off x="15826860" y="4101287"/>
            <a:ext cx="0" cy="4361075"/>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pic>
        <p:nvPicPr>
          <p:cNvPr id="41" name="Picture 40">
            <a:extLst>
              <a:ext uri="{FF2B5EF4-FFF2-40B4-BE49-F238E27FC236}">
                <a16:creationId xmlns:a16="http://schemas.microsoft.com/office/drawing/2014/main" id="{8F13D3BE-934C-8F0A-7F14-A4A6002998ED}"/>
              </a:ext>
            </a:extLst>
          </p:cNvPr>
          <p:cNvPicPr>
            <a:picLocks noChangeAspect="1"/>
          </p:cNvPicPr>
          <p:nvPr/>
        </p:nvPicPr>
        <p:blipFill>
          <a:blip r:embed="rId16"/>
          <a:srcRect l="608" t="15273" r="-608" b="13970"/>
          <a:stretch>
            <a:fillRect/>
          </a:stretch>
        </p:blipFill>
        <p:spPr>
          <a:xfrm>
            <a:off x="5874658" y="1742299"/>
            <a:ext cx="3048397" cy="179221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45" name="Picture 44">
            <a:extLst>
              <a:ext uri="{FF2B5EF4-FFF2-40B4-BE49-F238E27FC236}">
                <a16:creationId xmlns:a16="http://schemas.microsoft.com/office/drawing/2014/main" id="{037669C3-50E5-D9D4-72CB-F4B3AAB9DEEE}"/>
              </a:ext>
            </a:extLst>
          </p:cNvPr>
          <p:cNvPicPr>
            <a:picLocks noChangeAspect="1"/>
          </p:cNvPicPr>
          <p:nvPr/>
        </p:nvPicPr>
        <p:blipFill>
          <a:blip r:embed="rId17"/>
          <a:srcRect l="933" t="3180" r="3871" b="21086"/>
          <a:stretch>
            <a:fillRect/>
          </a:stretch>
        </p:blipFill>
        <p:spPr>
          <a:xfrm>
            <a:off x="5685068" y="6119873"/>
            <a:ext cx="3683195" cy="696279"/>
          </a:xfrm>
          <a:prstGeom prst="rect">
            <a:avLst/>
          </a:prstGeom>
        </p:spPr>
      </p:pic>
      <p:pic>
        <p:nvPicPr>
          <p:cNvPr id="47" name="Picture 46">
            <a:extLst>
              <a:ext uri="{FF2B5EF4-FFF2-40B4-BE49-F238E27FC236}">
                <a16:creationId xmlns:a16="http://schemas.microsoft.com/office/drawing/2014/main" id="{BFDE0753-056F-C374-0FF8-33E01B87FE9C}"/>
              </a:ext>
            </a:extLst>
          </p:cNvPr>
          <p:cNvPicPr>
            <a:picLocks noChangeAspect="1"/>
          </p:cNvPicPr>
          <p:nvPr/>
        </p:nvPicPr>
        <p:blipFill>
          <a:blip r:embed="rId18"/>
          <a:srcRect b="18555"/>
          <a:stretch>
            <a:fillRect/>
          </a:stretch>
        </p:blipFill>
        <p:spPr>
          <a:xfrm>
            <a:off x="5711042" y="7830404"/>
            <a:ext cx="3625099" cy="218350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48" name="Text Placeholder 13">
            <a:extLst>
              <a:ext uri="{FF2B5EF4-FFF2-40B4-BE49-F238E27FC236}">
                <a16:creationId xmlns:a16="http://schemas.microsoft.com/office/drawing/2014/main" id="{76289639-2865-1374-7CE0-28AB5C41F2D6}"/>
              </a:ext>
            </a:extLst>
          </p:cNvPr>
          <p:cNvSpPr txBox="1">
            <a:spLocks/>
          </p:cNvSpPr>
          <p:nvPr/>
        </p:nvSpPr>
        <p:spPr>
          <a:xfrm>
            <a:off x="11450796" y="4685303"/>
            <a:ext cx="3507191" cy="1066991"/>
          </a:xfrm>
          <a:prstGeom prst="rect">
            <a:avLst/>
          </a:prstGeom>
        </p:spPr>
        <p:txBody>
          <a:bodyPr vert="horz" lIns="68580" tIns="0" rIns="68580" bIns="34290" rtlCol="0">
            <a:noAutofit/>
          </a:bodyPr>
          <a:lstStyle>
            <a:lvl1pPr marL="0" indent="0" algn="l" defTabSz="914400" rtl="0" eaLnBrk="1" latinLnBrk="0" hangingPunct="1">
              <a:lnSpc>
                <a:spcPct val="90000"/>
              </a:lnSpc>
              <a:spcBef>
                <a:spcPts val="1000"/>
              </a:spcBef>
              <a:buFont typeface="Arial" panose="020B0604020202020204" pitchFamily="34" charset="0"/>
              <a:buNone/>
              <a:defRPr sz="1200" kern="1200" cap="none" baseline="0">
                <a:solidFill>
                  <a:schemeClr val="bg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675" dirty="0">
                <a:solidFill>
                  <a:srgbClr val="FF0000"/>
                </a:solidFill>
              </a:rPr>
              <a:t>Notes about results here?</a:t>
            </a:r>
          </a:p>
        </p:txBody>
      </p:sp>
      <p:sp>
        <p:nvSpPr>
          <p:cNvPr id="19" name="Rectangle: Rounded Corners 18">
            <a:extLst>
              <a:ext uri="{FF2B5EF4-FFF2-40B4-BE49-F238E27FC236}">
                <a16:creationId xmlns:a16="http://schemas.microsoft.com/office/drawing/2014/main" id="{74E9BD1E-F8EB-4F53-3201-64EB6ACA93FC}"/>
              </a:ext>
            </a:extLst>
          </p:cNvPr>
          <p:cNvSpPr/>
          <p:nvPr/>
        </p:nvSpPr>
        <p:spPr>
          <a:xfrm>
            <a:off x="11419457" y="7012904"/>
            <a:ext cx="3245813" cy="524885"/>
          </a:xfrm>
          <a:prstGeom prst="roundRect">
            <a:avLst>
              <a:gd name="adj" fmla="val 7621"/>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sz="1013"/>
          </a:p>
        </p:txBody>
      </p:sp>
      <p:sp>
        <p:nvSpPr>
          <p:cNvPr id="20" name="Text Placeholder 13">
            <a:extLst>
              <a:ext uri="{FF2B5EF4-FFF2-40B4-BE49-F238E27FC236}">
                <a16:creationId xmlns:a16="http://schemas.microsoft.com/office/drawing/2014/main" id="{F3362837-5AC8-25C8-92BC-47CEFA1E9C79}"/>
              </a:ext>
            </a:extLst>
          </p:cNvPr>
          <p:cNvSpPr txBox="1">
            <a:spLocks/>
          </p:cNvSpPr>
          <p:nvPr/>
        </p:nvSpPr>
        <p:spPr>
          <a:xfrm>
            <a:off x="11450796" y="7207772"/>
            <a:ext cx="3507191" cy="766247"/>
          </a:xfrm>
          <a:prstGeom prst="rect">
            <a:avLst/>
          </a:prstGeom>
        </p:spPr>
        <p:txBody>
          <a:bodyPr vert="horz" lIns="68580" tIns="0" rIns="68580" bIns="34290" rtlCol="0">
            <a:noAutofit/>
          </a:bodyPr>
          <a:lstStyle>
            <a:lvl1pPr marL="0" indent="0" algn="l" defTabSz="914400" rtl="0" eaLnBrk="1" latinLnBrk="0" hangingPunct="1">
              <a:lnSpc>
                <a:spcPct val="90000"/>
              </a:lnSpc>
              <a:spcBef>
                <a:spcPts val="1000"/>
              </a:spcBef>
              <a:buFont typeface="Arial" panose="020B0604020202020204" pitchFamily="34" charset="0"/>
              <a:buNone/>
              <a:defRPr sz="1200" kern="1200" cap="none" baseline="0">
                <a:solidFill>
                  <a:schemeClr val="bg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600" dirty="0"/>
              <a:t>REFERENCES</a:t>
            </a:r>
          </a:p>
        </p:txBody>
      </p:sp>
      <p:sp>
        <p:nvSpPr>
          <p:cNvPr id="42" name="Rectangle: Rounded Corners 41">
            <a:extLst>
              <a:ext uri="{FF2B5EF4-FFF2-40B4-BE49-F238E27FC236}">
                <a16:creationId xmlns:a16="http://schemas.microsoft.com/office/drawing/2014/main" id="{4BEBDBE6-4D49-1D28-FEF6-DC4721CB20D2}"/>
              </a:ext>
            </a:extLst>
          </p:cNvPr>
          <p:cNvSpPr/>
          <p:nvPr/>
        </p:nvSpPr>
        <p:spPr>
          <a:xfrm>
            <a:off x="425898" y="4499188"/>
            <a:ext cx="5064750" cy="2513716"/>
          </a:xfrm>
          <a:prstGeom prst="roundRect">
            <a:avLst>
              <a:gd name="adj" fmla="val 7621"/>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sz="1013"/>
          </a:p>
        </p:txBody>
      </p:sp>
      <p:sp>
        <p:nvSpPr>
          <p:cNvPr id="43" name="Rectangle: Rounded Corners 42">
            <a:extLst>
              <a:ext uri="{FF2B5EF4-FFF2-40B4-BE49-F238E27FC236}">
                <a16:creationId xmlns:a16="http://schemas.microsoft.com/office/drawing/2014/main" id="{FF08B1F5-BA8C-9F8E-8934-44838031CF11}"/>
              </a:ext>
            </a:extLst>
          </p:cNvPr>
          <p:cNvSpPr/>
          <p:nvPr/>
        </p:nvSpPr>
        <p:spPr>
          <a:xfrm>
            <a:off x="425898" y="7665298"/>
            <a:ext cx="5064750" cy="2513716"/>
          </a:xfrm>
          <a:prstGeom prst="roundRect">
            <a:avLst>
              <a:gd name="adj" fmla="val 7621"/>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sz="1013"/>
          </a:p>
        </p:txBody>
      </p:sp>
      <p:sp>
        <p:nvSpPr>
          <p:cNvPr id="44" name="Text Placeholder 4">
            <a:extLst>
              <a:ext uri="{FF2B5EF4-FFF2-40B4-BE49-F238E27FC236}">
                <a16:creationId xmlns:a16="http://schemas.microsoft.com/office/drawing/2014/main" id="{96DB6994-301A-1B2D-B403-2B0D424C5306}"/>
              </a:ext>
            </a:extLst>
          </p:cNvPr>
          <p:cNvSpPr txBox="1">
            <a:spLocks/>
          </p:cNvSpPr>
          <p:nvPr/>
        </p:nvSpPr>
        <p:spPr>
          <a:xfrm>
            <a:off x="491507" y="4606034"/>
            <a:ext cx="3659243" cy="365172"/>
          </a:xfrm>
          <a:prstGeom prst="rect">
            <a:avLst/>
          </a:prstGeom>
        </p:spPr>
        <p:txBody>
          <a:bodyPr vert="horz" lIns="91440" tIns="0" rIns="91440" bIns="45720" rtlCol="0">
            <a:noAutofit/>
          </a:bodyPr>
          <a:lstStyle>
            <a:lvl1pPr marL="0" indent="0" algn="l" defTabSz="685800" rtl="0" eaLnBrk="1" latinLnBrk="0" hangingPunct="1">
              <a:lnSpc>
                <a:spcPct val="90000"/>
              </a:lnSpc>
              <a:spcBef>
                <a:spcPts val="750"/>
              </a:spcBef>
              <a:buFont typeface="Arial" panose="020B0604020202020204" pitchFamily="34" charset="0"/>
              <a:buNone/>
              <a:defRPr sz="1650" b="1" kern="1200" cap="all" spc="75" baseline="0">
                <a:solidFill>
                  <a:schemeClr val="bg1"/>
                </a:solidFill>
                <a:latin typeface="+mj-lt"/>
                <a:ea typeface="+mn-ea"/>
                <a:cs typeface="+mn-cs"/>
              </a:defRPr>
            </a:lvl1pPr>
            <a:lvl2pPr marL="342900" indent="0" algn="l" defTabSz="685800" rtl="0" eaLnBrk="1" latinLnBrk="0" hangingPunct="1">
              <a:lnSpc>
                <a:spcPct val="90000"/>
              </a:lnSpc>
              <a:spcBef>
                <a:spcPts val="375"/>
              </a:spcBef>
              <a:buFont typeface="Arial" panose="020B0604020202020204" pitchFamily="34" charset="0"/>
              <a:buNone/>
              <a:defRPr sz="1350" kern="1200">
                <a:solidFill>
                  <a:schemeClr val="bg1"/>
                </a:solidFill>
                <a:latin typeface="+mn-lt"/>
                <a:ea typeface="+mn-ea"/>
                <a:cs typeface="+mn-cs"/>
              </a:defRPr>
            </a:lvl2pPr>
            <a:lvl3pPr marL="685800" indent="0" algn="l" defTabSz="685800" rtl="0" eaLnBrk="1" latinLnBrk="0" hangingPunct="1">
              <a:lnSpc>
                <a:spcPct val="90000"/>
              </a:lnSpc>
              <a:spcBef>
                <a:spcPts val="375"/>
              </a:spcBef>
              <a:buFont typeface="Arial" panose="020B0604020202020204" pitchFamily="34" charset="0"/>
              <a:buNone/>
              <a:defRPr sz="1350" kern="1200">
                <a:solidFill>
                  <a:schemeClr val="bg1"/>
                </a:solidFill>
                <a:latin typeface="+mn-lt"/>
                <a:ea typeface="+mn-ea"/>
                <a:cs typeface="+mn-cs"/>
              </a:defRPr>
            </a:lvl3pPr>
            <a:lvl4pPr marL="1028700" indent="0" algn="l" defTabSz="685800" rtl="0" eaLnBrk="1" latinLnBrk="0" hangingPunct="1">
              <a:lnSpc>
                <a:spcPct val="90000"/>
              </a:lnSpc>
              <a:spcBef>
                <a:spcPts val="375"/>
              </a:spcBef>
              <a:buFont typeface="Arial" panose="020B0604020202020204" pitchFamily="34" charset="0"/>
              <a:buNone/>
              <a:defRPr sz="1350" kern="1200">
                <a:solidFill>
                  <a:schemeClr val="bg1"/>
                </a:solidFill>
                <a:latin typeface="+mn-lt"/>
                <a:ea typeface="+mn-ea"/>
                <a:cs typeface="+mn-cs"/>
              </a:defRPr>
            </a:lvl4pPr>
            <a:lvl5pPr marL="1371600" indent="0" algn="l" defTabSz="685800" rtl="0" eaLnBrk="1" latinLnBrk="0" hangingPunct="1">
              <a:lnSpc>
                <a:spcPct val="90000"/>
              </a:lnSpc>
              <a:spcBef>
                <a:spcPts val="375"/>
              </a:spcBef>
              <a:buFont typeface="Arial" panose="020B0604020202020204" pitchFamily="34" charset="0"/>
              <a:buNone/>
              <a:defRPr sz="1350" kern="1200">
                <a:solidFill>
                  <a:schemeClr val="bg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sz="2800" dirty="0"/>
              <a:t>Objectives</a:t>
            </a:r>
          </a:p>
        </p:txBody>
      </p:sp>
      <p:sp>
        <p:nvSpPr>
          <p:cNvPr id="46" name="Text Placeholder 9">
            <a:extLst>
              <a:ext uri="{FF2B5EF4-FFF2-40B4-BE49-F238E27FC236}">
                <a16:creationId xmlns:a16="http://schemas.microsoft.com/office/drawing/2014/main" id="{154DC6BE-5A3A-7D1A-455C-DCE8F2E018CA}"/>
              </a:ext>
            </a:extLst>
          </p:cNvPr>
          <p:cNvSpPr txBox="1">
            <a:spLocks/>
          </p:cNvSpPr>
          <p:nvPr/>
        </p:nvSpPr>
        <p:spPr>
          <a:xfrm>
            <a:off x="491507" y="5075096"/>
            <a:ext cx="4967050" cy="1818224"/>
          </a:xfrm>
          <a:prstGeom prst="rect">
            <a:avLst/>
          </a:prstGeom>
        </p:spPr>
        <p:txBody>
          <a:bodyPr vert="horz" lIns="91440" tIns="0" rIns="91440" bIns="45720" rtlCol="0">
            <a:noAutofit/>
          </a:bodyPr>
          <a:lstStyle>
            <a:lvl1pPr marL="0" indent="0" algn="l" defTabSz="685800" rtl="0" eaLnBrk="1" latinLnBrk="0" hangingPunct="1">
              <a:lnSpc>
                <a:spcPct val="90000"/>
              </a:lnSpc>
              <a:spcBef>
                <a:spcPts val="750"/>
              </a:spcBef>
              <a:buFont typeface="Arial" panose="020B0604020202020204" pitchFamily="34" charset="0"/>
              <a:buNone/>
              <a:defRPr sz="900" kern="1200" cap="none" baseline="0">
                <a:solidFill>
                  <a:schemeClr val="bg1"/>
                </a:solidFill>
                <a:latin typeface="+mn-lt"/>
                <a:ea typeface="+mn-ea"/>
                <a:cs typeface="+mn-cs"/>
              </a:defRPr>
            </a:lvl1pPr>
            <a:lvl2pPr marL="342900" indent="0" algn="l" defTabSz="685800" rtl="0" eaLnBrk="1" latinLnBrk="0" hangingPunct="1">
              <a:lnSpc>
                <a:spcPct val="90000"/>
              </a:lnSpc>
              <a:spcBef>
                <a:spcPts val="375"/>
              </a:spcBef>
              <a:buFont typeface="Arial" panose="020B0604020202020204" pitchFamily="34" charset="0"/>
              <a:buNone/>
              <a:defRPr sz="1350" kern="1200">
                <a:solidFill>
                  <a:schemeClr val="bg1"/>
                </a:solidFill>
                <a:latin typeface="+mn-lt"/>
                <a:ea typeface="+mn-ea"/>
                <a:cs typeface="+mn-cs"/>
              </a:defRPr>
            </a:lvl2pPr>
            <a:lvl3pPr marL="685800" indent="0" algn="l" defTabSz="685800" rtl="0" eaLnBrk="1" latinLnBrk="0" hangingPunct="1">
              <a:lnSpc>
                <a:spcPct val="90000"/>
              </a:lnSpc>
              <a:spcBef>
                <a:spcPts val="375"/>
              </a:spcBef>
              <a:buFont typeface="Arial" panose="020B0604020202020204" pitchFamily="34" charset="0"/>
              <a:buNone/>
              <a:defRPr sz="1350" kern="1200">
                <a:solidFill>
                  <a:schemeClr val="bg1"/>
                </a:solidFill>
                <a:latin typeface="+mn-lt"/>
                <a:ea typeface="+mn-ea"/>
                <a:cs typeface="+mn-cs"/>
              </a:defRPr>
            </a:lvl3pPr>
            <a:lvl4pPr marL="1028700" indent="0" algn="l" defTabSz="685800" rtl="0" eaLnBrk="1" latinLnBrk="0" hangingPunct="1">
              <a:lnSpc>
                <a:spcPct val="90000"/>
              </a:lnSpc>
              <a:spcBef>
                <a:spcPts val="375"/>
              </a:spcBef>
              <a:buFont typeface="Arial" panose="020B0604020202020204" pitchFamily="34" charset="0"/>
              <a:buNone/>
              <a:defRPr sz="1350" kern="1200">
                <a:solidFill>
                  <a:schemeClr val="bg1"/>
                </a:solidFill>
                <a:latin typeface="+mn-lt"/>
                <a:ea typeface="+mn-ea"/>
                <a:cs typeface="+mn-cs"/>
              </a:defRPr>
            </a:lvl4pPr>
            <a:lvl5pPr marL="1371600" indent="0" algn="l" defTabSz="685800" rtl="0" eaLnBrk="1" latinLnBrk="0" hangingPunct="1">
              <a:lnSpc>
                <a:spcPct val="90000"/>
              </a:lnSpc>
              <a:spcBef>
                <a:spcPts val="375"/>
              </a:spcBef>
              <a:buFont typeface="Arial" panose="020B0604020202020204" pitchFamily="34" charset="0"/>
              <a:buNone/>
              <a:defRPr sz="1350" kern="1200">
                <a:solidFill>
                  <a:schemeClr val="bg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128588" indent="-128588" fontAlgn="base">
              <a:lnSpc>
                <a:spcPct val="100000"/>
              </a:lnSpc>
              <a:spcBef>
                <a:spcPts val="0"/>
              </a:spcBef>
              <a:buFont typeface="Arial" panose="020B0604020202020204" pitchFamily="34" charset="0"/>
              <a:buChar char="•"/>
            </a:pPr>
            <a:r>
              <a:rPr lang="en-GB" sz="1200" dirty="0">
                <a:solidFill>
                  <a:schemeClr val="accent3">
                    <a:lumMod val="20000"/>
                    <a:lumOff val="80000"/>
                  </a:schemeClr>
                </a:solidFill>
              </a:rPr>
              <a:t>Demonstrate the potential of legacy music playback formats in modern systems. </a:t>
            </a:r>
          </a:p>
          <a:p>
            <a:pPr marL="128588" indent="-128588" fontAlgn="base">
              <a:lnSpc>
                <a:spcPct val="100000"/>
              </a:lnSpc>
              <a:spcBef>
                <a:spcPts val="0"/>
              </a:spcBef>
              <a:buFont typeface="Arial" panose="020B0604020202020204" pitchFamily="34" charset="0"/>
              <a:buChar char="•"/>
            </a:pPr>
            <a:r>
              <a:rPr lang="en-GB" sz="1200" dirty="0">
                <a:solidFill>
                  <a:schemeClr val="accent3">
                    <a:lumMod val="20000"/>
                    <a:lumOff val="80000"/>
                  </a:schemeClr>
                </a:solidFill>
              </a:rPr>
              <a:t>Allow quick prototype or full music production for a game developer.</a:t>
            </a:r>
          </a:p>
          <a:p>
            <a:pPr marL="128588" indent="-128588" fontAlgn="base">
              <a:lnSpc>
                <a:spcPct val="100000"/>
              </a:lnSpc>
              <a:spcBef>
                <a:spcPts val="0"/>
              </a:spcBef>
              <a:buFont typeface="Arial" panose="020B0604020202020204" pitchFamily="34" charset="0"/>
              <a:buChar char="•"/>
            </a:pPr>
            <a:r>
              <a:rPr lang="en-GB" sz="1200" dirty="0">
                <a:solidFill>
                  <a:schemeClr val="accent3">
                    <a:lumMod val="20000"/>
                    <a:lumOff val="80000"/>
                  </a:schemeClr>
                </a:solidFill>
              </a:rPr>
              <a:t>Removes the barrier between level design/gameplay programming and music creation.</a:t>
            </a:r>
          </a:p>
          <a:p>
            <a:pPr marL="128588" indent="-128588" fontAlgn="base">
              <a:lnSpc>
                <a:spcPct val="100000"/>
              </a:lnSpc>
              <a:spcBef>
                <a:spcPts val="0"/>
              </a:spcBef>
              <a:buFont typeface="Arial" panose="020B0604020202020204" pitchFamily="34" charset="0"/>
              <a:buChar char="•"/>
            </a:pPr>
            <a:r>
              <a:rPr lang="en-GB" sz="1200" dirty="0">
                <a:solidFill>
                  <a:schemeClr val="accent3">
                    <a:lumMod val="20000"/>
                    <a:lumOff val="80000"/>
                  </a:schemeClr>
                </a:solidFill>
              </a:rPr>
              <a:t>Allow for future modification of tracks due to the text-command style of music files such as transformative or generative music.</a:t>
            </a:r>
          </a:p>
          <a:p>
            <a:endParaRPr lang="en-US" sz="1200" dirty="0"/>
          </a:p>
        </p:txBody>
      </p:sp>
      <p:cxnSp>
        <p:nvCxnSpPr>
          <p:cNvPr id="50" name="Straight Connector 49">
            <a:extLst>
              <a:ext uri="{FF2B5EF4-FFF2-40B4-BE49-F238E27FC236}">
                <a16:creationId xmlns:a16="http://schemas.microsoft.com/office/drawing/2014/main" id="{06A259B8-6DD8-D9CF-6387-790DF0464125}"/>
              </a:ext>
              <a:ext uri="{C183D7F6-B498-43B3-948B-1728B52AA6E4}">
                <adec:decorative xmlns:adec="http://schemas.microsoft.com/office/drawing/2017/decorative" val="1"/>
              </a:ext>
            </a:extLst>
          </p:cNvPr>
          <p:cNvCxnSpPr>
            <a:cxnSpLocks/>
          </p:cNvCxnSpPr>
          <p:nvPr/>
        </p:nvCxnSpPr>
        <p:spPr>
          <a:xfrm>
            <a:off x="566641" y="4926756"/>
            <a:ext cx="2680041"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
        <p:nvSpPr>
          <p:cNvPr id="51" name="Text Placeholder 4">
            <a:extLst>
              <a:ext uri="{FF2B5EF4-FFF2-40B4-BE49-F238E27FC236}">
                <a16:creationId xmlns:a16="http://schemas.microsoft.com/office/drawing/2014/main" id="{4DA6487D-CECE-A300-8F70-22329145D531}"/>
              </a:ext>
            </a:extLst>
          </p:cNvPr>
          <p:cNvSpPr txBox="1">
            <a:spLocks/>
          </p:cNvSpPr>
          <p:nvPr/>
        </p:nvSpPr>
        <p:spPr>
          <a:xfrm>
            <a:off x="447950" y="7767492"/>
            <a:ext cx="3659243" cy="365172"/>
          </a:xfrm>
          <a:prstGeom prst="rect">
            <a:avLst/>
          </a:prstGeom>
        </p:spPr>
        <p:txBody>
          <a:bodyPr vert="horz" lIns="91440" tIns="0" rIns="91440" bIns="45720" rtlCol="0">
            <a:noAutofit/>
          </a:bodyPr>
          <a:lstStyle>
            <a:lvl1pPr marL="0" indent="0" algn="l" defTabSz="685800" rtl="0" eaLnBrk="1" latinLnBrk="0" hangingPunct="1">
              <a:lnSpc>
                <a:spcPct val="90000"/>
              </a:lnSpc>
              <a:spcBef>
                <a:spcPts val="750"/>
              </a:spcBef>
              <a:buFont typeface="Arial" panose="020B0604020202020204" pitchFamily="34" charset="0"/>
              <a:buNone/>
              <a:defRPr sz="1650" b="1" kern="1200" cap="all" spc="75" baseline="0">
                <a:solidFill>
                  <a:schemeClr val="bg1"/>
                </a:solidFill>
                <a:latin typeface="+mj-lt"/>
                <a:ea typeface="+mn-ea"/>
                <a:cs typeface="+mn-cs"/>
              </a:defRPr>
            </a:lvl1pPr>
            <a:lvl2pPr marL="342900" indent="0" algn="l" defTabSz="685800" rtl="0" eaLnBrk="1" latinLnBrk="0" hangingPunct="1">
              <a:lnSpc>
                <a:spcPct val="90000"/>
              </a:lnSpc>
              <a:spcBef>
                <a:spcPts val="375"/>
              </a:spcBef>
              <a:buFont typeface="Arial" panose="020B0604020202020204" pitchFamily="34" charset="0"/>
              <a:buNone/>
              <a:defRPr sz="1350" kern="1200">
                <a:solidFill>
                  <a:schemeClr val="bg1"/>
                </a:solidFill>
                <a:latin typeface="+mn-lt"/>
                <a:ea typeface="+mn-ea"/>
                <a:cs typeface="+mn-cs"/>
              </a:defRPr>
            </a:lvl2pPr>
            <a:lvl3pPr marL="685800" indent="0" algn="l" defTabSz="685800" rtl="0" eaLnBrk="1" latinLnBrk="0" hangingPunct="1">
              <a:lnSpc>
                <a:spcPct val="90000"/>
              </a:lnSpc>
              <a:spcBef>
                <a:spcPts val="375"/>
              </a:spcBef>
              <a:buFont typeface="Arial" panose="020B0604020202020204" pitchFamily="34" charset="0"/>
              <a:buNone/>
              <a:defRPr sz="1350" kern="1200">
                <a:solidFill>
                  <a:schemeClr val="bg1"/>
                </a:solidFill>
                <a:latin typeface="+mn-lt"/>
                <a:ea typeface="+mn-ea"/>
                <a:cs typeface="+mn-cs"/>
              </a:defRPr>
            </a:lvl3pPr>
            <a:lvl4pPr marL="1028700" indent="0" algn="l" defTabSz="685800" rtl="0" eaLnBrk="1" latinLnBrk="0" hangingPunct="1">
              <a:lnSpc>
                <a:spcPct val="90000"/>
              </a:lnSpc>
              <a:spcBef>
                <a:spcPts val="375"/>
              </a:spcBef>
              <a:buFont typeface="Arial" panose="020B0604020202020204" pitchFamily="34" charset="0"/>
              <a:buNone/>
              <a:defRPr sz="1350" kern="1200">
                <a:solidFill>
                  <a:schemeClr val="bg1"/>
                </a:solidFill>
                <a:latin typeface="+mn-lt"/>
                <a:ea typeface="+mn-ea"/>
                <a:cs typeface="+mn-cs"/>
              </a:defRPr>
            </a:lvl4pPr>
            <a:lvl5pPr marL="1371600" indent="0" algn="l" defTabSz="685800" rtl="0" eaLnBrk="1" latinLnBrk="0" hangingPunct="1">
              <a:lnSpc>
                <a:spcPct val="90000"/>
              </a:lnSpc>
              <a:spcBef>
                <a:spcPts val="375"/>
              </a:spcBef>
              <a:buFont typeface="Arial" panose="020B0604020202020204" pitchFamily="34" charset="0"/>
              <a:buNone/>
              <a:defRPr sz="1350" kern="1200">
                <a:solidFill>
                  <a:schemeClr val="bg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sz="2800" dirty="0"/>
              <a:t>Methodology</a:t>
            </a:r>
            <a:endParaRPr lang="en-US" sz="2500" dirty="0"/>
          </a:p>
        </p:txBody>
      </p:sp>
      <p:sp>
        <p:nvSpPr>
          <p:cNvPr id="52" name="Text Placeholder 9">
            <a:extLst>
              <a:ext uri="{FF2B5EF4-FFF2-40B4-BE49-F238E27FC236}">
                <a16:creationId xmlns:a16="http://schemas.microsoft.com/office/drawing/2014/main" id="{E9C56B95-31E1-3129-DC7A-A8406BF91701}"/>
              </a:ext>
            </a:extLst>
          </p:cNvPr>
          <p:cNvSpPr txBox="1">
            <a:spLocks/>
          </p:cNvSpPr>
          <p:nvPr/>
        </p:nvSpPr>
        <p:spPr>
          <a:xfrm>
            <a:off x="447950" y="8236554"/>
            <a:ext cx="5010607" cy="1818224"/>
          </a:xfrm>
          <a:prstGeom prst="rect">
            <a:avLst/>
          </a:prstGeom>
        </p:spPr>
        <p:txBody>
          <a:bodyPr vert="horz" lIns="91440" tIns="0" rIns="91440" bIns="45720" rtlCol="0">
            <a:noAutofit/>
          </a:bodyPr>
          <a:lstStyle>
            <a:lvl1pPr marL="0" indent="0" algn="l" defTabSz="685800" rtl="0" eaLnBrk="1" latinLnBrk="0" hangingPunct="1">
              <a:lnSpc>
                <a:spcPct val="90000"/>
              </a:lnSpc>
              <a:spcBef>
                <a:spcPts val="750"/>
              </a:spcBef>
              <a:buFont typeface="Arial" panose="020B0604020202020204" pitchFamily="34" charset="0"/>
              <a:buNone/>
              <a:defRPr sz="900" kern="1200" cap="none" baseline="0">
                <a:solidFill>
                  <a:schemeClr val="bg1"/>
                </a:solidFill>
                <a:latin typeface="+mn-lt"/>
                <a:ea typeface="+mn-ea"/>
                <a:cs typeface="+mn-cs"/>
              </a:defRPr>
            </a:lvl1pPr>
            <a:lvl2pPr marL="342900" indent="0" algn="l" defTabSz="685800" rtl="0" eaLnBrk="1" latinLnBrk="0" hangingPunct="1">
              <a:lnSpc>
                <a:spcPct val="90000"/>
              </a:lnSpc>
              <a:spcBef>
                <a:spcPts val="375"/>
              </a:spcBef>
              <a:buFont typeface="Arial" panose="020B0604020202020204" pitchFamily="34" charset="0"/>
              <a:buNone/>
              <a:defRPr sz="1350" kern="1200">
                <a:solidFill>
                  <a:schemeClr val="bg1"/>
                </a:solidFill>
                <a:latin typeface="+mn-lt"/>
                <a:ea typeface="+mn-ea"/>
                <a:cs typeface="+mn-cs"/>
              </a:defRPr>
            </a:lvl2pPr>
            <a:lvl3pPr marL="685800" indent="0" algn="l" defTabSz="685800" rtl="0" eaLnBrk="1" latinLnBrk="0" hangingPunct="1">
              <a:lnSpc>
                <a:spcPct val="90000"/>
              </a:lnSpc>
              <a:spcBef>
                <a:spcPts val="375"/>
              </a:spcBef>
              <a:buFont typeface="Arial" panose="020B0604020202020204" pitchFamily="34" charset="0"/>
              <a:buNone/>
              <a:defRPr sz="1350" kern="1200">
                <a:solidFill>
                  <a:schemeClr val="bg1"/>
                </a:solidFill>
                <a:latin typeface="+mn-lt"/>
                <a:ea typeface="+mn-ea"/>
                <a:cs typeface="+mn-cs"/>
              </a:defRPr>
            </a:lvl3pPr>
            <a:lvl4pPr marL="1028700" indent="0" algn="l" defTabSz="685800" rtl="0" eaLnBrk="1" latinLnBrk="0" hangingPunct="1">
              <a:lnSpc>
                <a:spcPct val="90000"/>
              </a:lnSpc>
              <a:spcBef>
                <a:spcPts val="375"/>
              </a:spcBef>
              <a:buFont typeface="Arial" panose="020B0604020202020204" pitchFamily="34" charset="0"/>
              <a:buNone/>
              <a:defRPr sz="1350" kern="1200">
                <a:solidFill>
                  <a:schemeClr val="bg1"/>
                </a:solidFill>
                <a:latin typeface="+mn-lt"/>
                <a:ea typeface="+mn-ea"/>
                <a:cs typeface="+mn-cs"/>
              </a:defRPr>
            </a:lvl4pPr>
            <a:lvl5pPr marL="1371600" indent="0" algn="l" defTabSz="685800" rtl="0" eaLnBrk="1" latinLnBrk="0" hangingPunct="1">
              <a:lnSpc>
                <a:spcPct val="90000"/>
              </a:lnSpc>
              <a:spcBef>
                <a:spcPts val="375"/>
              </a:spcBef>
              <a:buFont typeface="Arial" panose="020B0604020202020204" pitchFamily="34" charset="0"/>
              <a:buNone/>
              <a:defRPr sz="1350" kern="1200">
                <a:solidFill>
                  <a:schemeClr val="bg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base"/>
            <a:r>
              <a:rPr lang="en-GB" sz="1200" dirty="0">
                <a:solidFill>
                  <a:schemeClr val="accent3">
                    <a:lumMod val="20000"/>
                    <a:lumOff val="80000"/>
                  </a:schemeClr>
                </a:solidFill>
              </a:rPr>
              <a:t>The first step is creating an sf2 file playback method, using </a:t>
            </a:r>
            <a:r>
              <a:rPr lang="en-GB" sz="1200" dirty="0" err="1">
                <a:solidFill>
                  <a:schemeClr val="accent3">
                    <a:lumMod val="20000"/>
                    <a:lumOff val="80000"/>
                  </a:schemeClr>
                </a:solidFill>
              </a:rPr>
              <a:t>TinySoundFont</a:t>
            </a:r>
            <a:r>
              <a:rPr lang="en-GB" sz="1200" dirty="0">
                <a:solidFill>
                  <a:schemeClr val="accent3">
                    <a:lumMod val="20000"/>
                    <a:lumOff val="80000"/>
                  </a:schemeClr>
                </a:solidFill>
              </a:rPr>
              <a:t> in C, that can be read by other applications. A sequence editor tool !!!!!!! will be created to create and adjust musical files.</a:t>
            </a:r>
          </a:p>
          <a:p>
            <a:pPr fontAlgn="base"/>
            <a:r>
              <a:rPr lang="en-GB" sz="1200" dirty="0">
                <a:solidFill>
                  <a:schemeClr val="accent3">
                    <a:lumMod val="20000"/>
                    <a:lumOff val="80000"/>
                  </a:schemeClr>
                </a:solidFill>
              </a:rPr>
              <a:t>Samples of tracker sequence playback will be implemented in a Unity project for game testers to play. An accompanying questionnaire will provide input on the authenticity and immersion of the music. </a:t>
            </a:r>
          </a:p>
          <a:p>
            <a:pPr fontAlgn="base"/>
            <a:r>
              <a:rPr lang="en-GB" sz="1200" dirty="0">
                <a:solidFill>
                  <a:schemeClr val="accent3">
                    <a:lumMod val="20000"/>
                    <a:lumOff val="80000"/>
                  </a:schemeClr>
                </a:solidFill>
              </a:rPr>
              <a:t>The results of these playtest will allow insight into the direction and potential that this type of music format holds.</a:t>
            </a:r>
          </a:p>
          <a:p>
            <a:endParaRPr lang="en-US" sz="1200" dirty="0"/>
          </a:p>
        </p:txBody>
      </p:sp>
      <p:cxnSp>
        <p:nvCxnSpPr>
          <p:cNvPr id="53" name="Straight Connector 52">
            <a:extLst>
              <a:ext uri="{FF2B5EF4-FFF2-40B4-BE49-F238E27FC236}">
                <a16:creationId xmlns:a16="http://schemas.microsoft.com/office/drawing/2014/main" id="{33DC9A77-9B8F-49BF-88E9-B663432B3092}"/>
              </a:ext>
              <a:ext uri="{C183D7F6-B498-43B3-948B-1728B52AA6E4}">
                <adec:decorative xmlns:adec="http://schemas.microsoft.com/office/drawing/2017/decorative" val="1"/>
              </a:ext>
            </a:extLst>
          </p:cNvPr>
          <p:cNvCxnSpPr>
            <a:cxnSpLocks/>
          </p:cNvCxnSpPr>
          <p:nvPr/>
        </p:nvCxnSpPr>
        <p:spPr>
          <a:xfrm>
            <a:off x="523084" y="8088214"/>
            <a:ext cx="2680041"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690031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 name="Title 133">
            <a:extLst>
              <a:ext uri="{FF2B5EF4-FFF2-40B4-BE49-F238E27FC236}">
                <a16:creationId xmlns:a16="http://schemas.microsoft.com/office/drawing/2014/main" id="{2DEC2AB0-AD5D-23DE-B7FB-17CD20BB30C6}"/>
              </a:ext>
            </a:extLst>
          </p:cNvPr>
          <p:cNvSpPr>
            <a:spLocks noGrp="1"/>
          </p:cNvSpPr>
          <p:nvPr>
            <p:ph type="title"/>
          </p:nvPr>
        </p:nvSpPr>
        <p:spPr>
          <a:xfrm>
            <a:off x="3451733" y="2931414"/>
            <a:ext cx="6798564" cy="823436"/>
          </a:xfrm>
        </p:spPr>
        <p:txBody>
          <a:bodyPr/>
          <a:lstStyle/>
          <a:p>
            <a:r>
              <a:rPr lang="en-US" dirty="0"/>
              <a:t>Project timeline  </a:t>
            </a:r>
          </a:p>
        </p:txBody>
      </p:sp>
      <p:sp>
        <p:nvSpPr>
          <p:cNvPr id="135" name="Text Placeholder 134">
            <a:extLst>
              <a:ext uri="{FF2B5EF4-FFF2-40B4-BE49-F238E27FC236}">
                <a16:creationId xmlns:a16="http://schemas.microsoft.com/office/drawing/2014/main" id="{24F33FBC-ED8B-5877-6570-004051152FFB}"/>
              </a:ext>
            </a:extLst>
          </p:cNvPr>
          <p:cNvSpPr>
            <a:spLocks noGrp="1"/>
          </p:cNvSpPr>
          <p:nvPr>
            <p:ph type="body" sz="quarter" idx="13"/>
          </p:nvPr>
        </p:nvSpPr>
        <p:spPr>
          <a:xfrm>
            <a:off x="3451734" y="3782665"/>
            <a:ext cx="6798564" cy="383381"/>
          </a:xfrm>
        </p:spPr>
        <p:txBody>
          <a:bodyPr/>
          <a:lstStyle/>
          <a:p>
            <a:r>
              <a:rPr lang="en-US" dirty="0"/>
              <a:t>At-a-glance</a:t>
            </a:r>
          </a:p>
        </p:txBody>
      </p:sp>
      <p:pic>
        <p:nvPicPr>
          <p:cNvPr id="30" name="Picture Placeholder 157" descr="Cloud Icon">
            <a:extLst>
              <a:ext uri="{FF2B5EF4-FFF2-40B4-BE49-F238E27FC236}">
                <a16:creationId xmlns:a16="http://schemas.microsoft.com/office/drawing/2014/main" id="{413EA097-7B19-8BB7-BCF4-6FC6A0DDC321}"/>
              </a:ext>
            </a:extLst>
          </p:cNvPr>
          <p:cNvPicPr>
            <a:picLocks noGrp="1" noChangeAspect="1"/>
          </p:cNvPicPr>
          <p:nvPr>
            <p:ph type="pic" sz="quarter" idx="14"/>
          </p:nvPr>
        </p:nvPicPr>
        <p:blipFill>
          <a:blip>
            <a:extLst>
              <a:ext uri="{96DAC541-7B7A-43D3-8B79-37D633B846F1}">
                <asvg:svgBlip xmlns:asvg="http://schemas.microsoft.com/office/drawing/2016/SVG/main" r:embed="rId2"/>
              </a:ext>
            </a:extLst>
          </a:blip>
          <a:srcRect t="96" b="96"/>
          <a:stretch/>
        </p:blipFill>
        <p:spPr>
          <a:xfrm>
            <a:off x="10853515" y="3261163"/>
            <a:ext cx="617220" cy="617220"/>
          </a:xfrm>
        </p:spPr>
      </p:pic>
      <p:sp>
        <p:nvSpPr>
          <p:cNvPr id="136" name="Text Placeholder 135">
            <a:extLst>
              <a:ext uri="{FF2B5EF4-FFF2-40B4-BE49-F238E27FC236}">
                <a16:creationId xmlns:a16="http://schemas.microsoft.com/office/drawing/2014/main" id="{9DAC9834-0E75-E542-2370-0FDBC1CC556B}"/>
              </a:ext>
            </a:extLst>
          </p:cNvPr>
          <p:cNvSpPr>
            <a:spLocks noGrp="1"/>
          </p:cNvSpPr>
          <p:nvPr>
            <p:ph type="body" sz="quarter" idx="15"/>
          </p:nvPr>
        </p:nvSpPr>
        <p:spPr>
          <a:xfrm>
            <a:off x="3492881" y="4691754"/>
            <a:ext cx="1497330" cy="285893"/>
          </a:xfrm>
        </p:spPr>
        <p:txBody>
          <a:bodyPr/>
          <a:lstStyle/>
          <a:p>
            <a:r>
              <a:rPr lang="en-US" dirty="0"/>
              <a:t>Initiation</a:t>
            </a:r>
          </a:p>
        </p:txBody>
      </p:sp>
      <p:sp>
        <p:nvSpPr>
          <p:cNvPr id="141" name="Text Placeholder 140">
            <a:extLst>
              <a:ext uri="{FF2B5EF4-FFF2-40B4-BE49-F238E27FC236}">
                <a16:creationId xmlns:a16="http://schemas.microsoft.com/office/drawing/2014/main" id="{3AB5C4FD-1C4E-72A5-479C-56B52402F1F1}"/>
              </a:ext>
            </a:extLst>
          </p:cNvPr>
          <p:cNvSpPr>
            <a:spLocks noGrp="1"/>
          </p:cNvSpPr>
          <p:nvPr>
            <p:ph type="body" sz="quarter" idx="20"/>
          </p:nvPr>
        </p:nvSpPr>
        <p:spPr>
          <a:xfrm>
            <a:off x="3492881" y="5317416"/>
            <a:ext cx="1497330" cy="583989"/>
          </a:xfrm>
        </p:spPr>
        <p:txBody>
          <a:bodyPr/>
          <a:lstStyle/>
          <a:p>
            <a:r>
              <a:rPr lang="en-US" dirty="0"/>
              <a:t>Defining the project scope, objectives, and deliverables.</a:t>
            </a:r>
          </a:p>
        </p:txBody>
      </p:sp>
      <p:sp>
        <p:nvSpPr>
          <p:cNvPr id="146" name="Text Placeholder 145">
            <a:extLst>
              <a:ext uri="{FF2B5EF4-FFF2-40B4-BE49-F238E27FC236}">
                <a16:creationId xmlns:a16="http://schemas.microsoft.com/office/drawing/2014/main" id="{F2A039BC-EA78-7EE5-5BCD-6445C12EFA5F}"/>
              </a:ext>
            </a:extLst>
          </p:cNvPr>
          <p:cNvSpPr>
            <a:spLocks noGrp="1"/>
          </p:cNvSpPr>
          <p:nvPr>
            <p:ph type="body" sz="quarter" idx="25"/>
          </p:nvPr>
        </p:nvSpPr>
        <p:spPr>
          <a:xfrm>
            <a:off x="3490595" y="6153460"/>
            <a:ext cx="669798" cy="251603"/>
          </a:xfrm>
        </p:spPr>
        <p:txBody>
          <a:bodyPr/>
          <a:lstStyle/>
          <a:p>
            <a:r>
              <a:rPr lang="en-US" dirty="0"/>
              <a:t>20xx</a:t>
            </a:r>
          </a:p>
        </p:txBody>
      </p:sp>
      <p:pic>
        <p:nvPicPr>
          <p:cNvPr id="90" name="Picture Placeholder 89" descr="3d Glasses outline">
            <a:extLst>
              <a:ext uri="{FF2B5EF4-FFF2-40B4-BE49-F238E27FC236}">
                <a16:creationId xmlns:a16="http://schemas.microsoft.com/office/drawing/2014/main" id="{A9898713-8A99-08D7-637C-53C4E2404ADF}"/>
              </a:ext>
            </a:extLst>
          </p:cNvPr>
          <p:cNvPicPr>
            <a:picLocks noGrp="1" noChangeAspect="1"/>
          </p:cNvPicPr>
          <p:nvPr>
            <p:ph type="pic" sz="quarter" idx="35"/>
          </p:nvPr>
        </p:nvPicPr>
        <p:blipFill>
          <a:blip>
            <a:extLst>
              <a:ext uri="{96DAC541-7B7A-43D3-8B79-37D633B846F1}">
                <asvg:svgBlip xmlns:asvg="http://schemas.microsoft.com/office/drawing/2016/SVG/main" r:embed="rId3"/>
              </a:ext>
            </a:extLst>
          </a:blip>
          <a:srcRect/>
          <a:stretch/>
        </p:blipFill>
        <p:spPr>
          <a:xfrm>
            <a:off x="4335272" y="6159246"/>
            <a:ext cx="342900" cy="342900"/>
          </a:xfrm>
        </p:spPr>
      </p:pic>
      <p:sp>
        <p:nvSpPr>
          <p:cNvPr id="147" name="Text Placeholder 146">
            <a:extLst>
              <a:ext uri="{FF2B5EF4-FFF2-40B4-BE49-F238E27FC236}">
                <a16:creationId xmlns:a16="http://schemas.microsoft.com/office/drawing/2014/main" id="{063DDA4C-AD55-B53D-8A28-95C0BBBBA27A}"/>
              </a:ext>
            </a:extLst>
          </p:cNvPr>
          <p:cNvSpPr>
            <a:spLocks noGrp="1"/>
          </p:cNvSpPr>
          <p:nvPr>
            <p:ph type="body" sz="quarter" idx="26"/>
          </p:nvPr>
        </p:nvSpPr>
        <p:spPr>
          <a:xfrm>
            <a:off x="3490595" y="6445224"/>
            <a:ext cx="669798" cy="251603"/>
          </a:xfrm>
        </p:spPr>
        <p:txBody>
          <a:bodyPr/>
          <a:lstStyle/>
          <a:p>
            <a:r>
              <a:rPr lang="en-US" dirty="0"/>
              <a:t>Jan</a:t>
            </a:r>
          </a:p>
        </p:txBody>
      </p:sp>
      <p:sp>
        <p:nvSpPr>
          <p:cNvPr id="137" name="Text Placeholder 136">
            <a:extLst>
              <a:ext uri="{FF2B5EF4-FFF2-40B4-BE49-F238E27FC236}">
                <a16:creationId xmlns:a16="http://schemas.microsoft.com/office/drawing/2014/main" id="{7574CEC2-3920-9E1F-1DC2-7551B8D28131}"/>
              </a:ext>
            </a:extLst>
          </p:cNvPr>
          <p:cNvSpPr>
            <a:spLocks noGrp="1"/>
          </p:cNvSpPr>
          <p:nvPr>
            <p:ph type="body" sz="quarter" idx="16"/>
          </p:nvPr>
        </p:nvSpPr>
        <p:spPr>
          <a:xfrm>
            <a:off x="5134229" y="4691754"/>
            <a:ext cx="1497330" cy="285893"/>
          </a:xfrm>
        </p:spPr>
        <p:txBody>
          <a:bodyPr/>
          <a:lstStyle/>
          <a:p>
            <a:r>
              <a:rPr lang="en-US" dirty="0"/>
              <a:t>Planning</a:t>
            </a:r>
          </a:p>
        </p:txBody>
      </p:sp>
      <p:sp>
        <p:nvSpPr>
          <p:cNvPr id="142" name="Text Placeholder 141">
            <a:extLst>
              <a:ext uri="{FF2B5EF4-FFF2-40B4-BE49-F238E27FC236}">
                <a16:creationId xmlns:a16="http://schemas.microsoft.com/office/drawing/2014/main" id="{C759D89D-5722-47C0-8606-D901DEFAA891}"/>
              </a:ext>
            </a:extLst>
          </p:cNvPr>
          <p:cNvSpPr>
            <a:spLocks noGrp="1"/>
          </p:cNvSpPr>
          <p:nvPr>
            <p:ph type="body" sz="quarter" idx="21"/>
          </p:nvPr>
        </p:nvSpPr>
        <p:spPr>
          <a:xfrm>
            <a:off x="5134229" y="5317416"/>
            <a:ext cx="1497330" cy="583989"/>
          </a:xfrm>
        </p:spPr>
        <p:txBody>
          <a:bodyPr/>
          <a:lstStyle/>
          <a:p>
            <a:r>
              <a:rPr lang="en-US" dirty="0"/>
              <a:t>Detailed project plans created, including development of work breakdown structure.</a:t>
            </a:r>
          </a:p>
        </p:txBody>
      </p:sp>
      <p:sp>
        <p:nvSpPr>
          <p:cNvPr id="148" name="Text Placeholder 147">
            <a:extLst>
              <a:ext uri="{FF2B5EF4-FFF2-40B4-BE49-F238E27FC236}">
                <a16:creationId xmlns:a16="http://schemas.microsoft.com/office/drawing/2014/main" id="{91D5A8AA-0B24-DA3A-3D0F-D626603B9AA6}"/>
              </a:ext>
            </a:extLst>
          </p:cNvPr>
          <p:cNvSpPr>
            <a:spLocks noGrp="1"/>
          </p:cNvSpPr>
          <p:nvPr>
            <p:ph type="body" sz="quarter" idx="27"/>
          </p:nvPr>
        </p:nvSpPr>
        <p:spPr>
          <a:xfrm>
            <a:off x="5134229" y="6153460"/>
            <a:ext cx="669798" cy="251603"/>
          </a:xfrm>
        </p:spPr>
        <p:txBody>
          <a:bodyPr/>
          <a:lstStyle/>
          <a:p>
            <a:r>
              <a:rPr lang="en-US" dirty="0"/>
              <a:t>20xx</a:t>
            </a:r>
          </a:p>
        </p:txBody>
      </p:sp>
      <p:pic>
        <p:nvPicPr>
          <p:cNvPr id="119" name="Picture Placeholder 118" descr="Blueprint outline">
            <a:extLst>
              <a:ext uri="{FF2B5EF4-FFF2-40B4-BE49-F238E27FC236}">
                <a16:creationId xmlns:a16="http://schemas.microsoft.com/office/drawing/2014/main" id="{A934FCB9-7C01-1298-196C-DA9C13B08FAA}"/>
              </a:ext>
            </a:extLst>
          </p:cNvPr>
          <p:cNvPicPr>
            <a:picLocks noGrp="1" noChangeAspect="1"/>
          </p:cNvPicPr>
          <p:nvPr>
            <p:ph type="pic" sz="quarter" idx="36"/>
          </p:nvPr>
        </p:nvPicPr>
        <p:blipFill>
          <a:blip>
            <a:extLst>
              <a:ext uri="{96DAC541-7B7A-43D3-8B79-37D633B846F1}">
                <asvg:svgBlip xmlns:asvg="http://schemas.microsoft.com/office/drawing/2016/SVG/main" r:embed="rId4"/>
              </a:ext>
            </a:extLst>
          </a:blip>
          <a:srcRect/>
          <a:stretch/>
        </p:blipFill>
        <p:spPr>
          <a:xfrm>
            <a:off x="5989193" y="6159246"/>
            <a:ext cx="342900" cy="342900"/>
          </a:xfrm>
        </p:spPr>
      </p:pic>
      <p:sp>
        <p:nvSpPr>
          <p:cNvPr id="149" name="Text Placeholder 148">
            <a:extLst>
              <a:ext uri="{FF2B5EF4-FFF2-40B4-BE49-F238E27FC236}">
                <a16:creationId xmlns:a16="http://schemas.microsoft.com/office/drawing/2014/main" id="{D2CCFB70-D3C5-F09B-94B6-4FABA14941DC}"/>
              </a:ext>
            </a:extLst>
          </p:cNvPr>
          <p:cNvSpPr>
            <a:spLocks noGrp="1"/>
          </p:cNvSpPr>
          <p:nvPr>
            <p:ph type="body" sz="quarter" idx="28"/>
          </p:nvPr>
        </p:nvSpPr>
        <p:spPr>
          <a:xfrm>
            <a:off x="5134229" y="6445224"/>
            <a:ext cx="669798" cy="251603"/>
          </a:xfrm>
        </p:spPr>
        <p:txBody>
          <a:bodyPr/>
          <a:lstStyle/>
          <a:p>
            <a:r>
              <a:rPr lang="en-US" dirty="0"/>
              <a:t>Feb</a:t>
            </a:r>
          </a:p>
        </p:txBody>
      </p:sp>
      <p:sp>
        <p:nvSpPr>
          <p:cNvPr id="138" name="Text Placeholder 137">
            <a:extLst>
              <a:ext uri="{FF2B5EF4-FFF2-40B4-BE49-F238E27FC236}">
                <a16:creationId xmlns:a16="http://schemas.microsoft.com/office/drawing/2014/main" id="{BEC632B1-B9E6-3EE9-91AC-C47F5219FE5B}"/>
              </a:ext>
            </a:extLst>
          </p:cNvPr>
          <p:cNvSpPr>
            <a:spLocks noGrp="1"/>
          </p:cNvSpPr>
          <p:nvPr>
            <p:ph type="body" sz="quarter" idx="17"/>
          </p:nvPr>
        </p:nvSpPr>
        <p:spPr>
          <a:xfrm>
            <a:off x="6775577" y="4691754"/>
            <a:ext cx="1497330" cy="285893"/>
          </a:xfrm>
        </p:spPr>
        <p:txBody>
          <a:bodyPr/>
          <a:lstStyle/>
          <a:p>
            <a:r>
              <a:rPr lang="en-US" dirty="0"/>
              <a:t>Execution</a:t>
            </a:r>
          </a:p>
        </p:txBody>
      </p:sp>
      <p:sp>
        <p:nvSpPr>
          <p:cNvPr id="143" name="Text Placeholder 142">
            <a:extLst>
              <a:ext uri="{FF2B5EF4-FFF2-40B4-BE49-F238E27FC236}">
                <a16:creationId xmlns:a16="http://schemas.microsoft.com/office/drawing/2014/main" id="{CAC3E407-C96F-DE57-9910-64CBADB84364}"/>
              </a:ext>
            </a:extLst>
          </p:cNvPr>
          <p:cNvSpPr>
            <a:spLocks noGrp="1"/>
          </p:cNvSpPr>
          <p:nvPr>
            <p:ph type="body" sz="quarter" idx="22"/>
          </p:nvPr>
        </p:nvSpPr>
        <p:spPr>
          <a:xfrm>
            <a:off x="6775577" y="5317416"/>
            <a:ext cx="1497330" cy="583989"/>
          </a:xfrm>
        </p:spPr>
        <p:txBody>
          <a:bodyPr/>
          <a:lstStyle/>
          <a:p>
            <a:r>
              <a:rPr lang="en-US" dirty="0"/>
              <a:t>Project tasks are performed, and the project plan is put into action.</a:t>
            </a:r>
          </a:p>
        </p:txBody>
      </p:sp>
      <p:sp>
        <p:nvSpPr>
          <p:cNvPr id="150" name="Text Placeholder 149">
            <a:extLst>
              <a:ext uri="{FF2B5EF4-FFF2-40B4-BE49-F238E27FC236}">
                <a16:creationId xmlns:a16="http://schemas.microsoft.com/office/drawing/2014/main" id="{B65663B2-F5C5-DC40-A432-3D454509513F}"/>
              </a:ext>
            </a:extLst>
          </p:cNvPr>
          <p:cNvSpPr>
            <a:spLocks noGrp="1"/>
          </p:cNvSpPr>
          <p:nvPr>
            <p:ph type="body" sz="quarter" idx="29"/>
          </p:nvPr>
        </p:nvSpPr>
        <p:spPr>
          <a:xfrm>
            <a:off x="6787007" y="6153460"/>
            <a:ext cx="669798" cy="251603"/>
          </a:xfrm>
        </p:spPr>
        <p:txBody>
          <a:bodyPr/>
          <a:lstStyle/>
          <a:p>
            <a:r>
              <a:rPr lang="en-US" dirty="0"/>
              <a:t>20xx</a:t>
            </a:r>
          </a:p>
        </p:txBody>
      </p:sp>
      <p:pic>
        <p:nvPicPr>
          <p:cNvPr id="120" name="Picture Placeholder 119" descr="Playbook outline">
            <a:extLst>
              <a:ext uri="{FF2B5EF4-FFF2-40B4-BE49-F238E27FC236}">
                <a16:creationId xmlns:a16="http://schemas.microsoft.com/office/drawing/2014/main" id="{AC7FDD67-FD6B-557E-102B-1F5EB87B3FD0}"/>
              </a:ext>
            </a:extLst>
          </p:cNvPr>
          <p:cNvPicPr>
            <a:picLocks noGrp="1" noChangeAspect="1"/>
          </p:cNvPicPr>
          <p:nvPr>
            <p:ph type="pic" sz="quarter" idx="37"/>
          </p:nvPr>
        </p:nvPicPr>
        <p:blipFill>
          <a:blip>
            <a:extLst>
              <a:ext uri="{96DAC541-7B7A-43D3-8B79-37D633B846F1}">
                <asvg:svgBlip xmlns:asvg="http://schemas.microsoft.com/office/drawing/2016/SVG/main" r:embed="rId5"/>
              </a:ext>
            </a:extLst>
          </a:blip>
          <a:srcRect/>
          <a:stretch/>
        </p:blipFill>
        <p:spPr>
          <a:xfrm>
            <a:off x="7643114" y="6162035"/>
            <a:ext cx="342900" cy="342900"/>
          </a:xfrm>
        </p:spPr>
      </p:pic>
      <p:sp>
        <p:nvSpPr>
          <p:cNvPr id="151" name="Text Placeholder 150">
            <a:extLst>
              <a:ext uri="{FF2B5EF4-FFF2-40B4-BE49-F238E27FC236}">
                <a16:creationId xmlns:a16="http://schemas.microsoft.com/office/drawing/2014/main" id="{C9A94E6D-A15E-3826-0843-D88B2080923E}"/>
              </a:ext>
            </a:extLst>
          </p:cNvPr>
          <p:cNvSpPr>
            <a:spLocks noGrp="1"/>
          </p:cNvSpPr>
          <p:nvPr>
            <p:ph type="body" sz="quarter" idx="30"/>
          </p:nvPr>
        </p:nvSpPr>
        <p:spPr>
          <a:xfrm>
            <a:off x="6787007" y="6445224"/>
            <a:ext cx="669798" cy="251603"/>
          </a:xfrm>
        </p:spPr>
        <p:txBody>
          <a:bodyPr/>
          <a:lstStyle/>
          <a:p>
            <a:r>
              <a:rPr lang="en-US" dirty="0"/>
              <a:t>Mar</a:t>
            </a:r>
          </a:p>
        </p:txBody>
      </p:sp>
      <p:sp>
        <p:nvSpPr>
          <p:cNvPr id="139" name="Text Placeholder 138">
            <a:extLst>
              <a:ext uri="{FF2B5EF4-FFF2-40B4-BE49-F238E27FC236}">
                <a16:creationId xmlns:a16="http://schemas.microsoft.com/office/drawing/2014/main" id="{A1232BD9-9CC5-ECC6-760C-C0CE01229477}"/>
              </a:ext>
            </a:extLst>
          </p:cNvPr>
          <p:cNvSpPr>
            <a:spLocks noGrp="1"/>
          </p:cNvSpPr>
          <p:nvPr>
            <p:ph type="body" sz="quarter" idx="18"/>
          </p:nvPr>
        </p:nvSpPr>
        <p:spPr>
          <a:xfrm>
            <a:off x="8416925" y="4691754"/>
            <a:ext cx="1497330" cy="285893"/>
          </a:xfrm>
        </p:spPr>
        <p:txBody>
          <a:bodyPr/>
          <a:lstStyle/>
          <a:p>
            <a:r>
              <a:rPr lang="en-US" dirty="0"/>
              <a:t>Control</a:t>
            </a:r>
          </a:p>
        </p:txBody>
      </p:sp>
      <p:sp>
        <p:nvSpPr>
          <p:cNvPr id="144" name="Text Placeholder 143">
            <a:extLst>
              <a:ext uri="{FF2B5EF4-FFF2-40B4-BE49-F238E27FC236}">
                <a16:creationId xmlns:a16="http://schemas.microsoft.com/office/drawing/2014/main" id="{CEAEE197-84A9-7E49-AC95-96B3645EA8CE}"/>
              </a:ext>
            </a:extLst>
          </p:cNvPr>
          <p:cNvSpPr>
            <a:spLocks noGrp="1"/>
          </p:cNvSpPr>
          <p:nvPr>
            <p:ph type="body" sz="quarter" idx="23"/>
          </p:nvPr>
        </p:nvSpPr>
        <p:spPr>
          <a:xfrm>
            <a:off x="8416925" y="5317416"/>
            <a:ext cx="1497330" cy="583989"/>
          </a:xfrm>
        </p:spPr>
        <p:txBody>
          <a:bodyPr/>
          <a:lstStyle/>
          <a:p>
            <a:r>
              <a:rPr lang="en-US" dirty="0"/>
              <a:t>Progress is monitored, and any deviations from the plan are identified and addressed.</a:t>
            </a:r>
          </a:p>
        </p:txBody>
      </p:sp>
      <p:sp>
        <p:nvSpPr>
          <p:cNvPr id="152" name="Text Placeholder 151">
            <a:extLst>
              <a:ext uri="{FF2B5EF4-FFF2-40B4-BE49-F238E27FC236}">
                <a16:creationId xmlns:a16="http://schemas.microsoft.com/office/drawing/2014/main" id="{A60F538F-FE8B-37AC-23F8-0921E8BA77FA}"/>
              </a:ext>
            </a:extLst>
          </p:cNvPr>
          <p:cNvSpPr>
            <a:spLocks noGrp="1"/>
          </p:cNvSpPr>
          <p:nvPr>
            <p:ph type="body" sz="quarter" idx="31"/>
          </p:nvPr>
        </p:nvSpPr>
        <p:spPr>
          <a:xfrm>
            <a:off x="8430641" y="6153460"/>
            <a:ext cx="669798" cy="251603"/>
          </a:xfrm>
        </p:spPr>
        <p:txBody>
          <a:bodyPr/>
          <a:lstStyle/>
          <a:p>
            <a:r>
              <a:rPr lang="en-US" dirty="0"/>
              <a:t>20xx</a:t>
            </a:r>
          </a:p>
        </p:txBody>
      </p:sp>
      <p:pic>
        <p:nvPicPr>
          <p:cNvPr id="121" name="Picture Placeholder 120" descr="Continuous Improvement outline">
            <a:extLst>
              <a:ext uri="{FF2B5EF4-FFF2-40B4-BE49-F238E27FC236}">
                <a16:creationId xmlns:a16="http://schemas.microsoft.com/office/drawing/2014/main" id="{ECE2A6B8-4CDC-FC62-4720-88375F6083D2}"/>
              </a:ext>
            </a:extLst>
          </p:cNvPr>
          <p:cNvPicPr>
            <a:picLocks noGrp="1" noChangeAspect="1"/>
          </p:cNvPicPr>
          <p:nvPr>
            <p:ph type="pic" sz="quarter" idx="38"/>
          </p:nvPr>
        </p:nvPicPr>
        <p:blipFill>
          <a:blip>
            <a:extLst>
              <a:ext uri="{96DAC541-7B7A-43D3-8B79-37D633B846F1}">
                <asvg:svgBlip xmlns:asvg="http://schemas.microsoft.com/office/drawing/2016/SVG/main" r:embed="rId6"/>
              </a:ext>
            </a:extLst>
          </a:blip>
          <a:srcRect/>
          <a:stretch/>
        </p:blipFill>
        <p:spPr>
          <a:xfrm>
            <a:off x="9297035" y="6162035"/>
            <a:ext cx="342900" cy="342900"/>
          </a:xfrm>
        </p:spPr>
      </p:pic>
      <p:sp>
        <p:nvSpPr>
          <p:cNvPr id="153" name="Text Placeholder 152">
            <a:extLst>
              <a:ext uri="{FF2B5EF4-FFF2-40B4-BE49-F238E27FC236}">
                <a16:creationId xmlns:a16="http://schemas.microsoft.com/office/drawing/2014/main" id="{2E64157C-14E1-D827-6C8B-B2C683255116}"/>
              </a:ext>
            </a:extLst>
          </p:cNvPr>
          <p:cNvSpPr>
            <a:spLocks noGrp="1"/>
          </p:cNvSpPr>
          <p:nvPr>
            <p:ph type="body" sz="quarter" idx="32"/>
          </p:nvPr>
        </p:nvSpPr>
        <p:spPr>
          <a:xfrm>
            <a:off x="8430641" y="6445224"/>
            <a:ext cx="669798" cy="251603"/>
          </a:xfrm>
        </p:spPr>
        <p:txBody>
          <a:bodyPr/>
          <a:lstStyle/>
          <a:p>
            <a:r>
              <a:rPr lang="en-US" dirty="0"/>
              <a:t>Apr</a:t>
            </a:r>
          </a:p>
        </p:txBody>
      </p:sp>
      <p:sp>
        <p:nvSpPr>
          <p:cNvPr id="140" name="Text Placeholder 139">
            <a:extLst>
              <a:ext uri="{FF2B5EF4-FFF2-40B4-BE49-F238E27FC236}">
                <a16:creationId xmlns:a16="http://schemas.microsoft.com/office/drawing/2014/main" id="{F744DCC4-E9B7-1CE6-4798-D32E323FD0C4}"/>
              </a:ext>
            </a:extLst>
          </p:cNvPr>
          <p:cNvSpPr>
            <a:spLocks noGrp="1"/>
          </p:cNvSpPr>
          <p:nvPr>
            <p:ph type="body" sz="quarter" idx="19"/>
          </p:nvPr>
        </p:nvSpPr>
        <p:spPr>
          <a:xfrm>
            <a:off x="10058273" y="4691754"/>
            <a:ext cx="1497330" cy="285893"/>
          </a:xfrm>
        </p:spPr>
        <p:txBody>
          <a:bodyPr/>
          <a:lstStyle/>
          <a:p>
            <a:r>
              <a:rPr lang="en-US" dirty="0"/>
              <a:t>Closure</a:t>
            </a:r>
          </a:p>
        </p:txBody>
      </p:sp>
      <p:sp>
        <p:nvSpPr>
          <p:cNvPr id="145" name="Text Placeholder 144">
            <a:extLst>
              <a:ext uri="{FF2B5EF4-FFF2-40B4-BE49-F238E27FC236}">
                <a16:creationId xmlns:a16="http://schemas.microsoft.com/office/drawing/2014/main" id="{5C53A9E8-67CB-044F-12C9-8C444FBC5E3A}"/>
              </a:ext>
            </a:extLst>
          </p:cNvPr>
          <p:cNvSpPr>
            <a:spLocks noGrp="1"/>
          </p:cNvSpPr>
          <p:nvPr>
            <p:ph type="body" sz="quarter" idx="24"/>
          </p:nvPr>
        </p:nvSpPr>
        <p:spPr>
          <a:xfrm>
            <a:off x="10058273" y="5317416"/>
            <a:ext cx="1497330" cy="583989"/>
          </a:xfrm>
        </p:spPr>
        <p:txBody>
          <a:bodyPr/>
          <a:lstStyle/>
          <a:p>
            <a:r>
              <a:rPr lang="en-US" dirty="0"/>
              <a:t>Documenting deliverables, conducting reviews, transitioning outcomes.</a:t>
            </a:r>
          </a:p>
        </p:txBody>
      </p:sp>
      <p:sp>
        <p:nvSpPr>
          <p:cNvPr id="154" name="Text Placeholder 153">
            <a:extLst>
              <a:ext uri="{FF2B5EF4-FFF2-40B4-BE49-F238E27FC236}">
                <a16:creationId xmlns:a16="http://schemas.microsoft.com/office/drawing/2014/main" id="{15E6A12E-9690-FBD5-1CAE-8D37EC4CB35D}"/>
              </a:ext>
            </a:extLst>
          </p:cNvPr>
          <p:cNvSpPr>
            <a:spLocks noGrp="1"/>
          </p:cNvSpPr>
          <p:nvPr>
            <p:ph type="body" sz="quarter" idx="33"/>
          </p:nvPr>
        </p:nvSpPr>
        <p:spPr>
          <a:xfrm>
            <a:off x="10074275" y="6153460"/>
            <a:ext cx="669798" cy="251603"/>
          </a:xfrm>
        </p:spPr>
        <p:txBody>
          <a:bodyPr/>
          <a:lstStyle/>
          <a:p>
            <a:r>
              <a:rPr lang="en-US" dirty="0"/>
              <a:t>20xx</a:t>
            </a:r>
          </a:p>
        </p:txBody>
      </p:sp>
      <p:pic>
        <p:nvPicPr>
          <p:cNvPr id="122" name="Picture Placeholder 121" descr="Door Open outline">
            <a:extLst>
              <a:ext uri="{FF2B5EF4-FFF2-40B4-BE49-F238E27FC236}">
                <a16:creationId xmlns:a16="http://schemas.microsoft.com/office/drawing/2014/main" id="{D03F848E-1594-8E4D-2369-DF382495F443}"/>
              </a:ext>
            </a:extLst>
          </p:cNvPr>
          <p:cNvPicPr>
            <a:picLocks noGrp="1" noChangeAspect="1"/>
          </p:cNvPicPr>
          <p:nvPr>
            <p:ph type="pic" sz="quarter" idx="39"/>
          </p:nvPr>
        </p:nvPicPr>
        <p:blipFill>
          <a:blip>
            <a:extLst>
              <a:ext uri="{96DAC541-7B7A-43D3-8B79-37D633B846F1}">
                <asvg:svgBlip xmlns:asvg="http://schemas.microsoft.com/office/drawing/2016/SVG/main" r:embed="rId7"/>
              </a:ext>
            </a:extLst>
          </a:blip>
          <a:srcRect/>
          <a:stretch/>
        </p:blipFill>
        <p:spPr>
          <a:xfrm>
            <a:off x="10936954" y="6159246"/>
            <a:ext cx="342900" cy="342900"/>
          </a:xfrm>
        </p:spPr>
      </p:pic>
      <p:sp>
        <p:nvSpPr>
          <p:cNvPr id="155" name="Text Placeholder 154">
            <a:extLst>
              <a:ext uri="{FF2B5EF4-FFF2-40B4-BE49-F238E27FC236}">
                <a16:creationId xmlns:a16="http://schemas.microsoft.com/office/drawing/2014/main" id="{5D02CD86-EE72-2BC2-3E8A-CBC67F7EAC4D}"/>
              </a:ext>
            </a:extLst>
          </p:cNvPr>
          <p:cNvSpPr>
            <a:spLocks noGrp="1"/>
          </p:cNvSpPr>
          <p:nvPr>
            <p:ph type="body" sz="quarter" idx="34"/>
          </p:nvPr>
        </p:nvSpPr>
        <p:spPr>
          <a:xfrm>
            <a:off x="10074275" y="6445224"/>
            <a:ext cx="669798" cy="251603"/>
          </a:xfrm>
        </p:spPr>
        <p:txBody>
          <a:bodyPr/>
          <a:lstStyle/>
          <a:p>
            <a:r>
              <a:rPr lang="en-US" dirty="0"/>
              <a:t>May</a:t>
            </a:r>
          </a:p>
        </p:txBody>
      </p:sp>
      <p:sp>
        <p:nvSpPr>
          <p:cNvPr id="241" name="Footer Placeholder 240">
            <a:extLst>
              <a:ext uri="{FF2B5EF4-FFF2-40B4-BE49-F238E27FC236}">
                <a16:creationId xmlns:a16="http://schemas.microsoft.com/office/drawing/2014/main" id="{0E49AC42-D7D0-1DBF-DB3D-53AF3A7A582E}"/>
              </a:ext>
            </a:extLst>
          </p:cNvPr>
          <p:cNvSpPr>
            <a:spLocks noGrp="1"/>
          </p:cNvSpPr>
          <p:nvPr>
            <p:ph type="ftr" sz="quarter" idx="11"/>
          </p:nvPr>
        </p:nvSpPr>
        <p:spPr>
          <a:xfrm>
            <a:off x="3490595" y="7328821"/>
            <a:ext cx="3086100" cy="273844"/>
          </a:xfrm>
        </p:spPr>
        <p:txBody>
          <a:bodyPr/>
          <a:lstStyle/>
          <a:p>
            <a:r>
              <a:rPr lang="en-US" dirty="0"/>
              <a:t>RELECLOUD / PROJECT TIMELINE</a:t>
            </a:r>
          </a:p>
        </p:txBody>
      </p:sp>
      <p:sp>
        <p:nvSpPr>
          <p:cNvPr id="304" name="Slide Number Placeholder 303">
            <a:extLst>
              <a:ext uri="{FF2B5EF4-FFF2-40B4-BE49-F238E27FC236}">
                <a16:creationId xmlns:a16="http://schemas.microsoft.com/office/drawing/2014/main" id="{F5CF2189-9396-98CA-20BE-C96BEA962F0F}"/>
              </a:ext>
            </a:extLst>
          </p:cNvPr>
          <p:cNvSpPr>
            <a:spLocks noGrp="1"/>
          </p:cNvSpPr>
          <p:nvPr>
            <p:ph type="sldNum" sz="quarter" idx="12"/>
          </p:nvPr>
        </p:nvSpPr>
        <p:spPr>
          <a:xfrm>
            <a:off x="9541637" y="7328821"/>
            <a:ext cx="2057400" cy="273844"/>
          </a:xfrm>
        </p:spPr>
        <p:txBody>
          <a:bodyPr/>
          <a:lstStyle/>
          <a:p>
            <a:r>
              <a:rPr lang="en-US" dirty="0"/>
              <a:t>0</a:t>
            </a:r>
            <a:fld id="{E6B975A5-EA91-314B-AF62-F6E264554D2F}" type="slidenum">
              <a:rPr lang="en-US" smtClean="0"/>
              <a:pPr/>
              <a:t>2</a:t>
            </a:fld>
            <a:endParaRPr lang="en-US" dirty="0"/>
          </a:p>
        </p:txBody>
      </p:sp>
      <p:cxnSp>
        <p:nvCxnSpPr>
          <p:cNvPr id="156" name="Straight Connector 155">
            <a:extLst>
              <a:ext uri="{FF2B5EF4-FFF2-40B4-BE49-F238E27FC236}">
                <a16:creationId xmlns:a16="http://schemas.microsoft.com/office/drawing/2014/main" id="{7178B4CA-AAA9-04D3-7DCC-9AF67D4B618B}"/>
              </a:ext>
              <a:ext uri="{C183D7F6-B498-43B3-948B-1728B52AA6E4}">
                <adec:decorative xmlns:adec="http://schemas.microsoft.com/office/drawing/2017/decorative" val="1"/>
              </a:ext>
            </a:extLst>
          </p:cNvPr>
          <p:cNvCxnSpPr>
            <a:cxnSpLocks/>
          </p:cNvCxnSpPr>
          <p:nvPr/>
        </p:nvCxnSpPr>
        <p:spPr>
          <a:xfrm>
            <a:off x="4637351" y="3880961"/>
            <a:ext cx="2468294" cy="0"/>
          </a:xfrm>
          <a:prstGeom prst="line">
            <a:avLst/>
          </a:prstGeom>
          <a:ln w="28575">
            <a:gradFill>
              <a:gsLst>
                <a:gs pos="0">
                  <a:schemeClr val="accent1"/>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78198723"/>
      </p:ext>
    </p:extLst>
  </p:cSld>
  <p:clrMapOvr>
    <a:masterClrMapping/>
  </p:clrMapOvr>
</p:sld>
</file>

<file path=ppt/theme/theme1.xml><?xml version="1.0" encoding="utf-8"?>
<a:theme xmlns:a="http://schemas.openxmlformats.org/drawingml/2006/main" name="Custom">
  <a:themeElements>
    <a:clrScheme name="TM16411243">
      <a:dk1>
        <a:srgbClr val="000000"/>
      </a:dk1>
      <a:lt1>
        <a:srgbClr val="FFFFFF"/>
      </a:lt1>
      <a:dk2>
        <a:srgbClr val="2B2E42"/>
      </a:dk2>
      <a:lt2>
        <a:srgbClr val="E7E6E6"/>
      </a:lt2>
      <a:accent1>
        <a:srgbClr val="F4CE2F"/>
      </a:accent1>
      <a:accent2>
        <a:srgbClr val="D23958"/>
      </a:accent2>
      <a:accent3>
        <a:srgbClr val="F58020"/>
      </a:accent3>
      <a:accent4>
        <a:srgbClr val="009AD5"/>
      </a:accent4>
      <a:accent5>
        <a:srgbClr val="0479CE"/>
      </a:accent5>
      <a:accent6>
        <a:srgbClr val="25C29C"/>
      </a:accent6>
      <a:hlink>
        <a:srgbClr val="0563C1"/>
      </a:hlink>
      <a:folHlink>
        <a:srgbClr val="954F72"/>
      </a:folHlink>
    </a:clrScheme>
    <a:fontScheme name="Custom 70">
      <a:majorFont>
        <a:latin typeface="Avenir Next LT Pro Demi"/>
        <a:ea typeface=""/>
        <a:cs typeface=""/>
      </a:majorFont>
      <a:minorFont>
        <a:latin typeface="Avenir Next LT Pro "/>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16411243_Win32_SL_v4" id="{5E1028BC-039D-4A85-8182-5BC71B8BBFDB}" vid="{8FC0B532-47E6-48BF-A500-9A0D2EC4382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0FF118E-0388-4333-9D85-CA81E2C8D164}">
  <ds:schemaRefs>
    <ds:schemaRef ds:uri="http://purl.org/dc/elements/1.1/"/>
    <ds:schemaRef ds:uri="http://purl.org/dc/dcmitype/"/>
    <ds:schemaRef ds:uri="http://schemas.microsoft.com/sharepoint/v3"/>
    <ds:schemaRef ds:uri="http://schemas.microsoft.com/office/2006/metadata/properties"/>
    <ds:schemaRef ds:uri="http://schemas.microsoft.com/office/infopath/2007/PartnerControls"/>
    <ds:schemaRef ds:uri="230e9df3-be65-4c73-a93b-d1236ebd677e"/>
    <ds:schemaRef ds:uri="71af3243-3dd4-4a8d-8c0d-dd76da1f02a5"/>
    <ds:schemaRef ds:uri="http://schemas.microsoft.com/office/2006/documentManagement/types"/>
    <ds:schemaRef ds:uri="http://purl.org/dc/terms/"/>
    <ds:schemaRef ds:uri="http://schemas.openxmlformats.org/package/2006/metadata/core-properties"/>
    <ds:schemaRef ds:uri="16c05727-aa75-4e4a-9b5f-8a80a1165891"/>
    <ds:schemaRef ds:uri="http://www.w3.org/XML/1998/namespace"/>
  </ds:schemaRefs>
</ds:datastoreItem>
</file>

<file path=customXml/itemProps2.xml><?xml version="1.0" encoding="utf-8"?>
<ds:datastoreItem xmlns:ds="http://schemas.openxmlformats.org/officeDocument/2006/customXml" ds:itemID="{836CDCFB-1550-438B-8C76-AE76FBCD3159}">
  <ds:schemaRefs>
    <ds:schemaRef ds:uri="http://schemas.microsoft.com/sharepoint/v3/contenttype/forms"/>
  </ds:schemaRefs>
</ds:datastoreItem>
</file>

<file path=customXml/itemProps3.xml><?xml version="1.0" encoding="utf-8"?>
<ds:datastoreItem xmlns:ds="http://schemas.openxmlformats.org/officeDocument/2006/customXml" ds:itemID="{B0A68F62-F174-4677-B07F-B071C4E6C2C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{2CD80879-F029-4AA3-B162-98C69503D804}TFddc1ce9b-eb75-4d85-a28a-1edab7faa0b756df1501_win32-bf83c0c841c0</Template>
  <TotalTime>2483</TotalTime>
  <Words>477</Words>
  <Application>Microsoft Office PowerPoint</Application>
  <PresentationFormat>Custom</PresentationFormat>
  <Paragraphs>50</Paragraphs>
  <Slides>2</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vt:i4>
      </vt:variant>
    </vt:vector>
  </HeadingPairs>
  <TitlesOfParts>
    <vt:vector size="8" baseType="lpstr">
      <vt:lpstr>ADLaM Display</vt:lpstr>
      <vt:lpstr>Arial</vt:lpstr>
      <vt:lpstr>Avenir Next LT Pro </vt:lpstr>
      <vt:lpstr>Avenir Next LT Pro Demi</vt:lpstr>
      <vt:lpstr>Calibri</vt:lpstr>
      <vt:lpstr>Custom</vt:lpstr>
      <vt:lpstr>Can Track Sequencers be Relevant in Modern Game Development?</vt:lpstr>
      <vt:lpstr>Project timeline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Moullec, Adrien</dc:creator>
  <cp:lastModifiedBy>Moullec, Adrien</cp:lastModifiedBy>
  <cp:revision>15</cp:revision>
  <dcterms:created xsi:type="dcterms:W3CDTF">2026-05-07T17:20:41Z</dcterms:created>
  <dcterms:modified xsi:type="dcterms:W3CDTF">2026-06-02T06:16:26Z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